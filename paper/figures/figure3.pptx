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2.svg" ContentType="image/svg+xml"/>
  <Override PartName="/ppt/media/image5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</p:sldIdLst>
  <p:sldSz cx="12192000" cy="6858000"/>
  <p:notesSz cx="6858000" cy="9144000"/>
  <p:custDataLst>
    <p:tags r:id="rId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3" userDrawn="1">
          <p15:clr>
            <a:srgbClr val="A4A3A4"/>
          </p15:clr>
        </p15:guide>
        <p15:guide id="2" pos="393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BE9CD"/>
    <a:srgbClr val="F3B6B5"/>
    <a:srgbClr val="FCBC7F"/>
    <a:srgbClr val="4874CB"/>
    <a:srgbClr val="D2E4E4"/>
    <a:srgbClr val="D9E8E9"/>
    <a:srgbClr val="F6D1C8"/>
    <a:srgbClr val="FEF3EA"/>
    <a:srgbClr val="F7AC9A"/>
    <a:srgbClr val="63A4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>
        <p:scale>
          <a:sx n="400" d="100"/>
          <a:sy n="400" d="100"/>
        </p:scale>
        <p:origin x="-13992" y="-7056"/>
      </p:cViewPr>
      <p:guideLst>
        <p:guide orient="horz" pos="2143"/>
        <p:guide pos="3932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47.xml"/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3" Type="http://schemas.openxmlformats.org/officeDocument/2006/relationships/notesSlide" Target="../notesSlides/notesSlide1.xml"/><Relationship Id="rId92" Type="http://schemas.openxmlformats.org/officeDocument/2006/relationships/slideLayout" Target="../slideLayouts/slideLayout1.xml"/><Relationship Id="rId91" Type="http://schemas.openxmlformats.org/officeDocument/2006/relationships/tags" Target="../tags/tag146.xml"/><Relationship Id="rId90" Type="http://schemas.openxmlformats.org/officeDocument/2006/relationships/tags" Target="../tags/tag145.xml"/><Relationship Id="rId9" Type="http://schemas.openxmlformats.org/officeDocument/2006/relationships/tags" Target="../tags/tag71.xml"/><Relationship Id="rId89" Type="http://schemas.openxmlformats.org/officeDocument/2006/relationships/tags" Target="../tags/tag144.xml"/><Relationship Id="rId88" Type="http://schemas.openxmlformats.org/officeDocument/2006/relationships/tags" Target="../tags/tag143.xml"/><Relationship Id="rId87" Type="http://schemas.openxmlformats.org/officeDocument/2006/relationships/tags" Target="../tags/tag142.xml"/><Relationship Id="rId86" Type="http://schemas.openxmlformats.org/officeDocument/2006/relationships/tags" Target="../tags/tag141.xml"/><Relationship Id="rId85" Type="http://schemas.openxmlformats.org/officeDocument/2006/relationships/tags" Target="../tags/tag140.xml"/><Relationship Id="rId84" Type="http://schemas.openxmlformats.org/officeDocument/2006/relationships/tags" Target="../tags/tag139.xml"/><Relationship Id="rId83" Type="http://schemas.openxmlformats.org/officeDocument/2006/relationships/tags" Target="../tags/tag138.xml"/><Relationship Id="rId82" Type="http://schemas.openxmlformats.org/officeDocument/2006/relationships/image" Target="../media/image7.svg"/><Relationship Id="rId81" Type="http://schemas.openxmlformats.org/officeDocument/2006/relationships/image" Target="../media/image6.png"/><Relationship Id="rId80" Type="http://schemas.openxmlformats.org/officeDocument/2006/relationships/tags" Target="../tags/tag137.xml"/><Relationship Id="rId8" Type="http://schemas.openxmlformats.org/officeDocument/2006/relationships/tags" Target="../tags/tag70.xml"/><Relationship Id="rId79" Type="http://schemas.openxmlformats.org/officeDocument/2006/relationships/tags" Target="../tags/tag136.xml"/><Relationship Id="rId78" Type="http://schemas.openxmlformats.org/officeDocument/2006/relationships/tags" Target="../tags/tag135.xml"/><Relationship Id="rId77" Type="http://schemas.openxmlformats.org/officeDocument/2006/relationships/tags" Target="../tags/tag134.xml"/><Relationship Id="rId76" Type="http://schemas.openxmlformats.org/officeDocument/2006/relationships/image" Target="../media/image5.svg"/><Relationship Id="rId75" Type="http://schemas.openxmlformats.org/officeDocument/2006/relationships/image" Target="../media/image4.png"/><Relationship Id="rId74" Type="http://schemas.openxmlformats.org/officeDocument/2006/relationships/tags" Target="../tags/tag133.xml"/><Relationship Id="rId73" Type="http://schemas.openxmlformats.org/officeDocument/2006/relationships/tags" Target="../tags/tag132.xml"/><Relationship Id="rId72" Type="http://schemas.openxmlformats.org/officeDocument/2006/relationships/tags" Target="../tags/tag131.xml"/><Relationship Id="rId71" Type="http://schemas.openxmlformats.org/officeDocument/2006/relationships/tags" Target="../tags/tag130.xml"/><Relationship Id="rId70" Type="http://schemas.openxmlformats.org/officeDocument/2006/relationships/tags" Target="../tags/tag129.xml"/><Relationship Id="rId7" Type="http://schemas.openxmlformats.org/officeDocument/2006/relationships/tags" Target="../tags/tag69.xml"/><Relationship Id="rId69" Type="http://schemas.openxmlformats.org/officeDocument/2006/relationships/tags" Target="../tags/tag128.xml"/><Relationship Id="rId68" Type="http://schemas.openxmlformats.org/officeDocument/2006/relationships/tags" Target="../tags/tag127.xml"/><Relationship Id="rId67" Type="http://schemas.openxmlformats.org/officeDocument/2006/relationships/tags" Target="../tags/tag126.xml"/><Relationship Id="rId66" Type="http://schemas.openxmlformats.org/officeDocument/2006/relationships/tags" Target="../tags/tag125.xml"/><Relationship Id="rId65" Type="http://schemas.openxmlformats.org/officeDocument/2006/relationships/tags" Target="../tags/tag124.xml"/><Relationship Id="rId64" Type="http://schemas.openxmlformats.org/officeDocument/2006/relationships/tags" Target="../tags/tag123.xml"/><Relationship Id="rId63" Type="http://schemas.openxmlformats.org/officeDocument/2006/relationships/tags" Target="../tags/tag122.xml"/><Relationship Id="rId62" Type="http://schemas.openxmlformats.org/officeDocument/2006/relationships/tags" Target="../tags/tag121.xml"/><Relationship Id="rId61" Type="http://schemas.openxmlformats.org/officeDocument/2006/relationships/tags" Target="../tags/tag120.xml"/><Relationship Id="rId60" Type="http://schemas.openxmlformats.org/officeDocument/2006/relationships/tags" Target="../tags/tag119.xml"/><Relationship Id="rId6" Type="http://schemas.openxmlformats.org/officeDocument/2006/relationships/tags" Target="../tags/tag68.xml"/><Relationship Id="rId59" Type="http://schemas.openxmlformats.org/officeDocument/2006/relationships/tags" Target="../tags/tag118.xml"/><Relationship Id="rId58" Type="http://schemas.openxmlformats.org/officeDocument/2006/relationships/tags" Target="../tags/tag117.xml"/><Relationship Id="rId57" Type="http://schemas.openxmlformats.org/officeDocument/2006/relationships/tags" Target="../tags/tag116.xml"/><Relationship Id="rId56" Type="http://schemas.openxmlformats.org/officeDocument/2006/relationships/tags" Target="../tags/tag115.xml"/><Relationship Id="rId55" Type="http://schemas.openxmlformats.org/officeDocument/2006/relationships/tags" Target="../tags/tag114.xml"/><Relationship Id="rId54" Type="http://schemas.openxmlformats.org/officeDocument/2006/relationships/tags" Target="../tags/tag113.xml"/><Relationship Id="rId53" Type="http://schemas.openxmlformats.org/officeDocument/2006/relationships/image" Target="../media/image3.png"/><Relationship Id="rId52" Type="http://schemas.openxmlformats.org/officeDocument/2006/relationships/tags" Target="../tags/tag112.xml"/><Relationship Id="rId51" Type="http://schemas.openxmlformats.org/officeDocument/2006/relationships/tags" Target="../tags/tag111.xml"/><Relationship Id="rId50" Type="http://schemas.openxmlformats.org/officeDocument/2006/relationships/tags" Target="../tags/tag110.xml"/><Relationship Id="rId5" Type="http://schemas.openxmlformats.org/officeDocument/2006/relationships/tags" Target="../tags/tag67.xml"/><Relationship Id="rId49" Type="http://schemas.openxmlformats.org/officeDocument/2006/relationships/tags" Target="../tags/tag109.xml"/><Relationship Id="rId48" Type="http://schemas.openxmlformats.org/officeDocument/2006/relationships/tags" Target="../tags/tag108.xml"/><Relationship Id="rId47" Type="http://schemas.openxmlformats.org/officeDocument/2006/relationships/tags" Target="../tags/tag107.xml"/><Relationship Id="rId46" Type="http://schemas.openxmlformats.org/officeDocument/2006/relationships/tags" Target="../tags/tag106.xml"/><Relationship Id="rId45" Type="http://schemas.openxmlformats.org/officeDocument/2006/relationships/tags" Target="../tags/tag105.xml"/><Relationship Id="rId44" Type="http://schemas.openxmlformats.org/officeDocument/2006/relationships/tags" Target="../tags/tag104.xml"/><Relationship Id="rId43" Type="http://schemas.openxmlformats.org/officeDocument/2006/relationships/tags" Target="../tags/tag103.xml"/><Relationship Id="rId42" Type="http://schemas.openxmlformats.org/officeDocument/2006/relationships/tags" Target="../tags/tag102.xml"/><Relationship Id="rId41" Type="http://schemas.openxmlformats.org/officeDocument/2006/relationships/tags" Target="../tags/tag101.xml"/><Relationship Id="rId40" Type="http://schemas.openxmlformats.org/officeDocument/2006/relationships/tags" Target="../tags/tag100.xml"/><Relationship Id="rId4" Type="http://schemas.openxmlformats.org/officeDocument/2006/relationships/tags" Target="../tags/tag66.xml"/><Relationship Id="rId39" Type="http://schemas.openxmlformats.org/officeDocument/2006/relationships/tags" Target="../tags/tag99.xml"/><Relationship Id="rId38" Type="http://schemas.openxmlformats.org/officeDocument/2006/relationships/tags" Target="../tags/tag98.xml"/><Relationship Id="rId37" Type="http://schemas.openxmlformats.org/officeDocument/2006/relationships/tags" Target="../tags/tag97.xml"/><Relationship Id="rId36" Type="http://schemas.openxmlformats.org/officeDocument/2006/relationships/tags" Target="../tags/tag96.xml"/><Relationship Id="rId35" Type="http://schemas.openxmlformats.org/officeDocument/2006/relationships/tags" Target="../tags/tag95.xml"/><Relationship Id="rId34" Type="http://schemas.openxmlformats.org/officeDocument/2006/relationships/tags" Target="../tags/tag94.xml"/><Relationship Id="rId33" Type="http://schemas.openxmlformats.org/officeDocument/2006/relationships/tags" Target="../tags/tag93.xml"/><Relationship Id="rId32" Type="http://schemas.openxmlformats.org/officeDocument/2006/relationships/tags" Target="../tags/tag92.xml"/><Relationship Id="rId31" Type="http://schemas.openxmlformats.org/officeDocument/2006/relationships/tags" Target="../tags/tag91.xml"/><Relationship Id="rId30" Type="http://schemas.openxmlformats.org/officeDocument/2006/relationships/tags" Target="../tags/tag90.xml"/><Relationship Id="rId3" Type="http://schemas.openxmlformats.org/officeDocument/2006/relationships/tags" Target="../tags/tag65.xml"/><Relationship Id="rId29" Type="http://schemas.openxmlformats.org/officeDocument/2006/relationships/tags" Target="../tags/tag89.xml"/><Relationship Id="rId28" Type="http://schemas.openxmlformats.org/officeDocument/2006/relationships/tags" Target="../tags/tag88.xml"/><Relationship Id="rId27" Type="http://schemas.openxmlformats.org/officeDocument/2006/relationships/tags" Target="../tags/tag87.xml"/><Relationship Id="rId26" Type="http://schemas.openxmlformats.org/officeDocument/2006/relationships/tags" Target="../tags/tag86.xml"/><Relationship Id="rId25" Type="http://schemas.openxmlformats.org/officeDocument/2006/relationships/tags" Target="../tags/tag85.xml"/><Relationship Id="rId24" Type="http://schemas.openxmlformats.org/officeDocument/2006/relationships/tags" Target="../tags/tag84.xml"/><Relationship Id="rId23" Type="http://schemas.openxmlformats.org/officeDocument/2006/relationships/tags" Target="../tags/tag83.xml"/><Relationship Id="rId22" Type="http://schemas.openxmlformats.org/officeDocument/2006/relationships/tags" Target="../tags/tag82.xml"/><Relationship Id="rId21" Type="http://schemas.openxmlformats.org/officeDocument/2006/relationships/tags" Target="../tags/tag81.xml"/><Relationship Id="rId20" Type="http://schemas.openxmlformats.org/officeDocument/2006/relationships/tags" Target="../tags/tag80.xml"/><Relationship Id="rId2" Type="http://schemas.openxmlformats.org/officeDocument/2006/relationships/tags" Target="../tags/tag64.xml"/><Relationship Id="rId19" Type="http://schemas.openxmlformats.org/officeDocument/2006/relationships/tags" Target="../tags/tag79.xml"/><Relationship Id="rId18" Type="http://schemas.openxmlformats.org/officeDocument/2006/relationships/tags" Target="../tags/tag78.xml"/><Relationship Id="rId17" Type="http://schemas.openxmlformats.org/officeDocument/2006/relationships/tags" Target="../tags/tag77.xml"/><Relationship Id="rId16" Type="http://schemas.openxmlformats.org/officeDocument/2006/relationships/tags" Target="../tags/tag76.xml"/><Relationship Id="rId15" Type="http://schemas.openxmlformats.org/officeDocument/2006/relationships/tags" Target="../tags/tag75.xml"/><Relationship Id="rId14" Type="http://schemas.openxmlformats.org/officeDocument/2006/relationships/tags" Target="../tags/tag74.xml"/><Relationship Id="rId13" Type="http://schemas.openxmlformats.org/officeDocument/2006/relationships/tags" Target="../tags/tag73.xml"/><Relationship Id="rId12" Type="http://schemas.openxmlformats.org/officeDocument/2006/relationships/tags" Target="../tags/tag72.xml"/><Relationship Id="rId11" Type="http://schemas.openxmlformats.org/officeDocument/2006/relationships/image" Target="../media/image2.svg"/><Relationship Id="rId10" Type="http://schemas.openxmlformats.org/officeDocument/2006/relationships/image" Target="../media/image1.png"/><Relationship Id="rId1" Type="http://schemas.openxmlformats.org/officeDocument/2006/relationships/tags" Target="../tags/tag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8" name="圆角矩形 1037"/>
          <p:cNvSpPr/>
          <p:nvPr>
            <p:custDataLst>
              <p:tags r:id="rId1"/>
            </p:custDataLst>
          </p:nvPr>
        </p:nvSpPr>
        <p:spPr>
          <a:xfrm>
            <a:off x="8854440" y="1118870"/>
            <a:ext cx="2649220" cy="3276600"/>
          </a:xfrm>
          <a:prstGeom prst="roundRect">
            <a:avLst/>
          </a:prstGeom>
          <a:solidFill>
            <a:srgbClr val="F7AC9A"/>
          </a:solidFill>
          <a:ln>
            <a:solidFill>
              <a:schemeClr val="tx1"/>
            </a:solidFill>
          </a:ln>
          <a:effectLst>
            <a:softEdge rad="203200"/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6" name="矩形 65"/>
          <p:cNvSpPr/>
          <p:nvPr>
            <p:custDataLst>
              <p:tags r:id="rId2"/>
            </p:custDataLst>
          </p:nvPr>
        </p:nvSpPr>
        <p:spPr>
          <a:xfrm>
            <a:off x="351155" y="684530"/>
            <a:ext cx="3391535" cy="5488940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rgbClr val="D8D8D8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3" name="矩形 62"/>
          <p:cNvSpPr/>
          <p:nvPr>
            <p:custDataLst>
              <p:tags r:id="rId3"/>
            </p:custDataLst>
          </p:nvPr>
        </p:nvSpPr>
        <p:spPr>
          <a:xfrm>
            <a:off x="360680" y="701040"/>
            <a:ext cx="3358515" cy="41783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>
                <a:solidFill>
                  <a:schemeClr val="tx1"/>
                </a:solidFill>
              </a:rPr>
              <a:t>Structured Extraction</a:t>
            </a:r>
            <a:endParaRPr lang="en-US" altLang="zh-CN" b="1">
              <a:solidFill>
                <a:schemeClr val="tx1"/>
              </a:solidFill>
            </a:endParaRPr>
          </a:p>
        </p:txBody>
      </p:sp>
      <p:sp>
        <p:nvSpPr>
          <p:cNvPr id="67" name="椭圆 66"/>
          <p:cNvSpPr/>
          <p:nvPr>
            <p:custDataLst>
              <p:tags r:id="rId4"/>
            </p:custDataLst>
          </p:nvPr>
        </p:nvSpPr>
        <p:spPr>
          <a:xfrm>
            <a:off x="455930" y="1477010"/>
            <a:ext cx="752475" cy="731520"/>
          </a:xfrm>
          <a:prstGeom prst="ellipse">
            <a:avLst/>
          </a:prstGeom>
          <a:solidFill>
            <a:srgbClr val="F8A84B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7" name="圆角矩形 76"/>
          <p:cNvSpPr/>
          <p:nvPr>
            <p:custDataLst>
              <p:tags r:id="rId5"/>
            </p:custDataLst>
          </p:nvPr>
        </p:nvSpPr>
        <p:spPr>
          <a:xfrm>
            <a:off x="1587500" y="1296670"/>
            <a:ext cx="777875" cy="1092200"/>
          </a:xfrm>
          <a:prstGeom prst="roundRect">
            <a:avLst/>
          </a:prstGeom>
          <a:solidFill>
            <a:srgbClr val="63A4E0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9" name="圆角矩形 78"/>
          <p:cNvSpPr/>
          <p:nvPr>
            <p:custDataLst>
              <p:tags r:id="rId6"/>
            </p:custDataLst>
          </p:nvPr>
        </p:nvSpPr>
        <p:spPr>
          <a:xfrm>
            <a:off x="2744470" y="1525905"/>
            <a:ext cx="916305" cy="634365"/>
          </a:xfrm>
          <a:prstGeom prst="roundRect">
            <a:avLst/>
          </a:prstGeom>
          <a:solidFill>
            <a:srgbClr val="F8A84B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782" name="直接箭头连接符 781"/>
          <p:cNvCxnSpPr/>
          <p:nvPr>
            <p:custDataLst>
              <p:tags r:id="rId7"/>
            </p:custDataLst>
          </p:nvPr>
        </p:nvCxnSpPr>
        <p:spPr>
          <a:xfrm>
            <a:off x="1208405" y="1842770"/>
            <a:ext cx="379095" cy="0"/>
          </a:xfrm>
          <a:prstGeom prst="straightConnector1">
            <a:avLst/>
          </a:prstGeom>
          <a:ln w="25400">
            <a:solidFill>
              <a:schemeClr val="tx1"/>
            </a:solidFill>
            <a:tailEnd type="stealth" w="lg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51" name="直接箭头连接符 850"/>
          <p:cNvCxnSpPr/>
          <p:nvPr>
            <p:custDataLst>
              <p:tags r:id="rId8"/>
            </p:custDataLst>
          </p:nvPr>
        </p:nvCxnSpPr>
        <p:spPr>
          <a:xfrm>
            <a:off x="2365375" y="1842770"/>
            <a:ext cx="379095" cy="0"/>
          </a:xfrm>
          <a:prstGeom prst="straightConnector1">
            <a:avLst/>
          </a:prstGeom>
          <a:ln w="25400">
            <a:solidFill>
              <a:schemeClr val="tx1"/>
            </a:solidFill>
            <a:tailEnd type="stealth" w="lg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919" name="图片 918" descr="便签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10800000" flipH="1">
            <a:off x="1818640" y="1384935"/>
            <a:ext cx="314960" cy="370205"/>
          </a:xfrm>
          <a:prstGeom prst="rect">
            <a:avLst/>
          </a:prstGeom>
        </p:spPr>
      </p:pic>
      <p:sp>
        <p:nvSpPr>
          <p:cNvPr id="921" name="文本框 920"/>
          <p:cNvSpPr txBox="1"/>
          <p:nvPr>
            <p:custDataLst>
              <p:tags r:id="rId12"/>
            </p:custDataLst>
          </p:nvPr>
        </p:nvSpPr>
        <p:spPr>
          <a:xfrm>
            <a:off x="1740535" y="1571625"/>
            <a:ext cx="472440" cy="1835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600"/>
              <a:t>JSON</a:t>
            </a:r>
            <a:endParaRPr lang="en-US" altLang="zh-CN" sz="600"/>
          </a:p>
        </p:txBody>
      </p:sp>
      <p:sp>
        <p:nvSpPr>
          <p:cNvPr id="922" name="文本框 921"/>
          <p:cNvSpPr txBox="1"/>
          <p:nvPr>
            <p:custDataLst>
              <p:tags r:id="rId13"/>
            </p:custDataLst>
          </p:nvPr>
        </p:nvSpPr>
        <p:spPr>
          <a:xfrm>
            <a:off x="1568450" y="1743710"/>
            <a:ext cx="796925" cy="58356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p>
            <a:pPr algn="ctr"/>
            <a:r>
              <a:rPr lang="en-US" altLang="zh-CN" sz="1600" b="1"/>
              <a:t>LLM</a:t>
            </a:r>
            <a:endParaRPr lang="en-US" altLang="zh-CN" sz="1600" b="1"/>
          </a:p>
          <a:p>
            <a:pPr algn="ctr"/>
            <a:r>
              <a:rPr lang="en-US" altLang="zh-CN" sz="1600" b="1"/>
              <a:t>JSON</a:t>
            </a:r>
            <a:endParaRPr lang="en-US" altLang="zh-CN" sz="1600" b="1"/>
          </a:p>
        </p:txBody>
      </p:sp>
      <p:sp>
        <p:nvSpPr>
          <p:cNvPr id="923" name="文本框 922"/>
          <p:cNvSpPr txBox="1"/>
          <p:nvPr>
            <p:custDataLst>
              <p:tags r:id="rId14"/>
            </p:custDataLst>
          </p:nvPr>
        </p:nvSpPr>
        <p:spPr>
          <a:xfrm>
            <a:off x="2678430" y="1525905"/>
            <a:ext cx="1047750" cy="63436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algn="ctr"/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Structured</a:t>
            </a:r>
            <a:endParaRPr lang="en-US" altLang="zh-CN" sz="1600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Triples</a:t>
            </a:r>
            <a:endParaRPr lang="en-US" altLang="zh-CN" sz="16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24" name="文本框 923"/>
          <p:cNvSpPr txBox="1"/>
          <p:nvPr>
            <p:custDataLst>
              <p:tags r:id="rId15"/>
            </p:custDataLst>
          </p:nvPr>
        </p:nvSpPr>
        <p:spPr>
          <a:xfrm>
            <a:off x="449580" y="1525905"/>
            <a:ext cx="758825" cy="63436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algn="ctr"/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(</a:t>
            </a:r>
            <a:r>
              <a:rPr lang="en-US" altLang="zh-CN" i="1">
                <a:latin typeface="Times New Roman" panose="02020603050405020304" charset="0"/>
                <a:cs typeface="Times New Roman" panose="02020603050405020304" charset="0"/>
              </a:rPr>
              <a:t>q,a,e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)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25" name="椭圆 924"/>
          <p:cNvSpPr/>
          <p:nvPr>
            <p:custDataLst>
              <p:tags r:id="rId16"/>
            </p:custDataLst>
          </p:nvPr>
        </p:nvSpPr>
        <p:spPr>
          <a:xfrm>
            <a:off x="455930" y="3230245"/>
            <a:ext cx="752475" cy="731520"/>
          </a:xfrm>
          <a:prstGeom prst="ellipse">
            <a:avLst/>
          </a:prstGeom>
          <a:solidFill>
            <a:srgbClr val="F8A84B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26" name="圆角矩形 925"/>
          <p:cNvSpPr/>
          <p:nvPr>
            <p:custDataLst>
              <p:tags r:id="rId17"/>
            </p:custDataLst>
          </p:nvPr>
        </p:nvSpPr>
        <p:spPr>
          <a:xfrm>
            <a:off x="1587500" y="3049905"/>
            <a:ext cx="777875" cy="1092200"/>
          </a:xfrm>
          <a:prstGeom prst="roundRect">
            <a:avLst/>
          </a:prstGeom>
          <a:solidFill>
            <a:srgbClr val="63A4E0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27" name="圆角矩形 926"/>
          <p:cNvSpPr/>
          <p:nvPr>
            <p:custDataLst>
              <p:tags r:id="rId18"/>
            </p:custDataLst>
          </p:nvPr>
        </p:nvSpPr>
        <p:spPr>
          <a:xfrm>
            <a:off x="2744470" y="3199130"/>
            <a:ext cx="916305" cy="795020"/>
          </a:xfrm>
          <a:prstGeom prst="roundRect">
            <a:avLst/>
          </a:prstGeom>
          <a:solidFill>
            <a:srgbClr val="F8A84B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928" name="直接箭头连接符 927"/>
          <p:cNvCxnSpPr/>
          <p:nvPr>
            <p:custDataLst>
              <p:tags r:id="rId19"/>
            </p:custDataLst>
          </p:nvPr>
        </p:nvCxnSpPr>
        <p:spPr>
          <a:xfrm>
            <a:off x="1208405" y="3596005"/>
            <a:ext cx="379095" cy="0"/>
          </a:xfrm>
          <a:prstGeom prst="straightConnector1">
            <a:avLst/>
          </a:prstGeom>
          <a:ln w="25400">
            <a:solidFill>
              <a:schemeClr val="tx1"/>
            </a:solidFill>
            <a:tailEnd type="stealth" w="lg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29" name="直接箭头连接符 928"/>
          <p:cNvCxnSpPr/>
          <p:nvPr>
            <p:custDataLst>
              <p:tags r:id="rId20"/>
            </p:custDataLst>
          </p:nvPr>
        </p:nvCxnSpPr>
        <p:spPr>
          <a:xfrm>
            <a:off x="2365375" y="3596005"/>
            <a:ext cx="379095" cy="0"/>
          </a:xfrm>
          <a:prstGeom prst="straightConnector1">
            <a:avLst/>
          </a:prstGeom>
          <a:ln w="25400">
            <a:solidFill>
              <a:schemeClr val="tx1"/>
            </a:solidFill>
            <a:tailEnd type="stealth" w="lg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930" name="图片 929" descr="便签"/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10800000" flipH="1">
            <a:off x="1818640" y="3138170"/>
            <a:ext cx="314960" cy="370205"/>
          </a:xfrm>
          <a:prstGeom prst="rect">
            <a:avLst/>
          </a:prstGeom>
        </p:spPr>
      </p:pic>
      <p:sp>
        <p:nvSpPr>
          <p:cNvPr id="931" name="文本框 930"/>
          <p:cNvSpPr txBox="1"/>
          <p:nvPr>
            <p:custDataLst>
              <p:tags r:id="rId22"/>
            </p:custDataLst>
          </p:nvPr>
        </p:nvSpPr>
        <p:spPr>
          <a:xfrm>
            <a:off x="1740535" y="3324860"/>
            <a:ext cx="472440" cy="1835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600"/>
              <a:t>JSON</a:t>
            </a:r>
            <a:endParaRPr lang="en-US" altLang="zh-CN" sz="600"/>
          </a:p>
        </p:txBody>
      </p:sp>
      <p:sp>
        <p:nvSpPr>
          <p:cNvPr id="932" name="文本框 931"/>
          <p:cNvSpPr txBox="1"/>
          <p:nvPr>
            <p:custDataLst>
              <p:tags r:id="rId23"/>
            </p:custDataLst>
          </p:nvPr>
        </p:nvSpPr>
        <p:spPr>
          <a:xfrm>
            <a:off x="1568450" y="3496945"/>
            <a:ext cx="796925" cy="58356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p>
            <a:pPr algn="ctr"/>
            <a:r>
              <a:rPr lang="en-US" altLang="zh-CN" sz="1600" b="1"/>
              <a:t>LLM</a:t>
            </a:r>
            <a:endParaRPr lang="en-US" altLang="zh-CN" sz="1600" b="1"/>
          </a:p>
          <a:p>
            <a:pPr algn="ctr"/>
            <a:r>
              <a:rPr lang="en-US" altLang="zh-CN" sz="1600" b="1"/>
              <a:t>JSON</a:t>
            </a:r>
            <a:endParaRPr lang="en-US" altLang="zh-CN" sz="1600" b="1"/>
          </a:p>
        </p:txBody>
      </p:sp>
      <p:sp>
        <p:nvSpPr>
          <p:cNvPr id="933" name="文本框 932"/>
          <p:cNvSpPr txBox="1"/>
          <p:nvPr>
            <p:custDataLst>
              <p:tags r:id="rId24"/>
            </p:custDataLst>
          </p:nvPr>
        </p:nvSpPr>
        <p:spPr>
          <a:xfrm>
            <a:off x="2678430" y="3279140"/>
            <a:ext cx="1047750" cy="63436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algn="ctr"/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Raw</a:t>
            </a:r>
            <a:endParaRPr lang="en-US" altLang="zh-CN" sz="1600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Graph</a:t>
            </a:r>
            <a:endParaRPr lang="en-US" altLang="zh-CN" sz="1600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Fragments</a:t>
            </a:r>
            <a:endParaRPr lang="en-US" altLang="zh-CN" sz="16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34" name="文本框 933"/>
          <p:cNvSpPr txBox="1"/>
          <p:nvPr>
            <p:custDataLst>
              <p:tags r:id="rId25"/>
            </p:custDataLst>
          </p:nvPr>
        </p:nvSpPr>
        <p:spPr>
          <a:xfrm>
            <a:off x="449580" y="3279140"/>
            <a:ext cx="758825" cy="63436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algn="ctr"/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(</a:t>
            </a:r>
            <a:r>
              <a:rPr lang="en-US" altLang="zh-CN" i="1">
                <a:latin typeface="Times New Roman" panose="02020603050405020304" charset="0"/>
                <a:cs typeface="Times New Roman" panose="02020603050405020304" charset="0"/>
              </a:rPr>
              <a:t>q,a,e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)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35" name="椭圆 934"/>
          <p:cNvSpPr/>
          <p:nvPr>
            <p:custDataLst>
              <p:tags r:id="rId26"/>
            </p:custDataLst>
          </p:nvPr>
        </p:nvSpPr>
        <p:spPr>
          <a:xfrm>
            <a:off x="455930" y="4983480"/>
            <a:ext cx="752475" cy="731520"/>
          </a:xfrm>
          <a:prstGeom prst="ellipse">
            <a:avLst/>
          </a:prstGeom>
          <a:solidFill>
            <a:srgbClr val="F8A84B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36" name="圆角矩形 935"/>
          <p:cNvSpPr/>
          <p:nvPr>
            <p:custDataLst>
              <p:tags r:id="rId27"/>
            </p:custDataLst>
          </p:nvPr>
        </p:nvSpPr>
        <p:spPr>
          <a:xfrm>
            <a:off x="1587500" y="4803140"/>
            <a:ext cx="777875" cy="1092200"/>
          </a:xfrm>
          <a:prstGeom prst="roundRect">
            <a:avLst/>
          </a:prstGeom>
          <a:solidFill>
            <a:srgbClr val="63A4E0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37" name="圆角矩形 936"/>
          <p:cNvSpPr/>
          <p:nvPr>
            <p:custDataLst>
              <p:tags r:id="rId28"/>
            </p:custDataLst>
          </p:nvPr>
        </p:nvSpPr>
        <p:spPr>
          <a:xfrm>
            <a:off x="2744470" y="4943475"/>
            <a:ext cx="916305" cy="812800"/>
          </a:xfrm>
          <a:prstGeom prst="roundRect">
            <a:avLst/>
          </a:prstGeom>
          <a:solidFill>
            <a:srgbClr val="F8A84B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938" name="直接箭头连接符 937"/>
          <p:cNvCxnSpPr/>
          <p:nvPr>
            <p:custDataLst>
              <p:tags r:id="rId29"/>
            </p:custDataLst>
          </p:nvPr>
        </p:nvCxnSpPr>
        <p:spPr>
          <a:xfrm>
            <a:off x="1208405" y="5349240"/>
            <a:ext cx="379095" cy="0"/>
          </a:xfrm>
          <a:prstGeom prst="straightConnector1">
            <a:avLst/>
          </a:prstGeom>
          <a:ln w="25400">
            <a:solidFill>
              <a:schemeClr val="tx1"/>
            </a:solidFill>
            <a:tailEnd type="stealth" w="lg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39" name="直接箭头连接符 938"/>
          <p:cNvCxnSpPr/>
          <p:nvPr>
            <p:custDataLst>
              <p:tags r:id="rId30"/>
            </p:custDataLst>
          </p:nvPr>
        </p:nvCxnSpPr>
        <p:spPr>
          <a:xfrm>
            <a:off x="2365375" y="5349240"/>
            <a:ext cx="379095" cy="0"/>
          </a:xfrm>
          <a:prstGeom prst="straightConnector1">
            <a:avLst/>
          </a:prstGeom>
          <a:ln w="25400">
            <a:solidFill>
              <a:schemeClr val="tx1"/>
            </a:solidFill>
            <a:tailEnd type="stealth" w="lg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940" name="图片 939" descr="便签"/>
          <p:cNvPicPr>
            <a:picLocks noChangeAspect="1"/>
          </p:cNvPicPr>
          <p:nvPr>
            <p:custDataLst>
              <p:tags r:id="rId31"/>
            </p:custDataLst>
          </p:nvPr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10800000" flipH="1">
            <a:off x="1818640" y="4891405"/>
            <a:ext cx="314960" cy="370205"/>
          </a:xfrm>
          <a:prstGeom prst="rect">
            <a:avLst/>
          </a:prstGeom>
        </p:spPr>
      </p:pic>
      <p:sp>
        <p:nvSpPr>
          <p:cNvPr id="941" name="文本框 940"/>
          <p:cNvSpPr txBox="1"/>
          <p:nvPr>
            <p:custDataLst>
              <p:tags r:id="rId32"/>
            </p:custDataLst>
          </p:nvPr>
        </p:nvSpPr>
        <p:spPr>
          <a:xfrm>
            <a:off x="1740535" y="5078095"/>
            <a:ext cx="472440" cy="1835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600"/>
              <a:t>JSON</a:t>
            </a:r>
            <a:endParaRPr lang="en-US" altLang="zh-CN" sz="600"/>
          </a:p>
        </p:txBody>
      </p:sp>
      <p:sp>
        <p:nvSpPr>
          <p:cNvPr id="942" name="文本框 941"/>
          <p:cNvSpPr txBox="1"/>
          <p:nvPr>
            <p:custDataLst>
              <p:tags r:id="rId33"/>
            </p:custDataLst>
          </p:nvPr>
        </p:nvSpPr>
        <p:spPr>
          <a:xfrm>
            <a:off x="1568450" y="5250180"/>
            <a:ext cx="796925" cy="58356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p>
            <a:pPr algn="ctr"/>
            <a:r>
              <a:rPr lang="en-US" altLang="zh-CN" sz="1600" b="1"/>
              <a:t>LLM</a:t>
            </a:r>
            <a:endParaRPr lang="en-US" altLang="zh-CN" sz="1600" b="1"/>
          </a:p>
          <a:p>
            <a:pPr algn="ctr"/>
            <a:r>
              <a:rPr lang="en-US" altLang="zh-CN" sz="1600" b="1"/>
              <a:t>JSON</a:t>
            </a:r>
            <a:endParaRPr lang="en-US" altLang="zh-CN" sz="1600" b="1"/>
          </a:p>
        </p:txBody>
      </p:sp>
      <p:sp>
        <p:nvSpPr>
          <p:cNvPr id="943" name="文本框 942"/>
          <p:cNvSpPr txBox="1"/>
          <p:nvPr>
            <p:custDataLst>
              <p:tags r:id="rId34"/>
            </p:custDataLst>
          </p:nvPr>
        </p:nvSpPr>
        <p:spPr>
          <a:xfrm>
            <a:off x="2671445" y="5032375"/>
            <a:ext cx="1047750" cy="63436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algn="ctr"/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Initial</a:t>
            </a:r>
            <a:endParaRPr lang="en-US" altLang="zh-CN" sz="1600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Entities &amp;</a:t>
            </a:r>
            <a:endParaRPr lang="en-US" altLang="zh-CN" sz="1600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Relations</a:t>
            </a:r>
            <a:endParaRPr lang="en-US" altLang="zh-CN" sz="16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44" name="文本框 943"/>
          <p:cNvSpPr txBox="1"/>
          <p:nvPr>
            <p:custDataLst>
              <p:tags r:id="rId35"/>
            </p:custDataLst>
          </p:nvPr>
        </p:nvSpPr>
        <p:spPr>
          <a:xfrm>
            <a:off x="449580" y="5032375"/>
            <a:ext cx="758825" cy="63436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algn="ctr"/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(</a:t>
            </a:r>
            <a:r>
              <a:rPr lang="en-US" altLang="zh-CN" i="1">
                <a:latin typeface="Times New Roman" panose="02020603050405020304" charset="0"/>
                <a:cs typeface="Times New Roman" panose="02020603050405020304" charset="0"/>
              </a:rPr>
              <a:t>q,a,e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)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65" name="矩形 964"/>
          <p:cNvSpPr/>
          <p:nvPr>
            <p:custDataLst>
              <p:tags r:id="rId36"/>
            </p:custDataLst>
          </p:nvPr>
        </p:nvSpPr>
        <p:spPr>
          <a:xfrm>
            <a:off x="3811270" y="684530"/>
            <a:ext cx="2343785" cy="5488940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rgbClr val="D8D8D8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66" name="矩形 965"/>
          <p:cNvSpPr/>
          <p:nvPr>
            <p:custDataLst>
              <p:tags r:id="rId37"/>
            </p:custDataLst>
          </p:nvPr>
        </p:nvSpPr>
        <p:spPr>
          <a:xfrm>
            <a:off x="3820795" y="701040"/>
            <a:ext cx="2320925" cy="41783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>
                <a:solidFill>
                  <a:schemeClr val="tx1"/>
                </a:solidFill>
              </a:rPr>
              <a:t>Relation Discovery</a:t>
            </a:r>
            <a:endParaRPr lang="en-US" altLang="zh-CN" b="1">
              <a:solidFill>
                <a:schemeClr val="tx1"/>
              </a:solidFill>
            </a:endParaRPr>
          </a:p>
        </p:txBody>
      </p:sp>
      <p:sp>
        <p:nvSpPr>
          <p:cNvPr id="967" name="圆角矩形 966"/>
          <p:cNvSpPr/>
          <p:nvPr>
            <p:custDataLst>
              <p:tags r:id="rId38"/>
            </p:custDataLst>
          </p:nvPr>
        </p:nvSpPr>
        <p:spPr>
          <a:xfrm>
            <a:off x="5109845" y="1525905"/>
            <a:ext cx="916305" cy="634365"/>
          </a:xfrm>
          <a:prstGeom prst="roundRect">
            <a:avLst/>
          </a:prstGeom>
          <a:solidFill>
            <a:srgbClr val="F8A84B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0" tIns="0" rIns="0" bIns="0" rtlCol="0" anchor="ctr"/>
          <a:p>
            <a:pPr algn="ctr"/>
            <a:r>
              <a:rPr lang="en-US" altLang="zh-CN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Candidate</a:t>
            </a:r>
            <a:endParaRPr lang="en-US" altLang="zh-CN" sz="16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lang="en-US" altLang="zh-CN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Relations</a:t>
            </a:r>
            <a:endParaRPr lang="en-US" altLang="zh-CN" sz="16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969" name="圆角矩形 968"/>
          <p:cNvSpPr/>
          <p:nvPr>
            <p:custDataLst>
              <p:tags r:id="rId39"/>
            </p:custDataLst>
          </p:nvPr>
        </p:nvSpPr>
        <p:spPr>
          <a:xfrm>
            <a:off x="5109845" y="3279140"/>
            <a:ext cx="916305" cy="634365"/>
          </a:xfrm>
          <a:prstGeom prst="roundRect">
            <a:avLst/>
          </a:prstGeom>
          <a:solidFill>
            <a:srgbClr val="F8A84B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Potential</a:t>
            </a:r>
            <a:endParaRPr lang="en-US" altLang="zh-CN" sz="16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lvl="0" algn="ctr">
              <a:buClrTx/>
              <a:buSzTx/>
              <a:buFontTx/>
            </a:pPr>
            <a:r>
              <a:rPr lang="en-US" altLang="zh-CN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Links</a:t>
            </a:r>
            <a:endParaRPr lang="en-US" altLang="zh-CN" sz="16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971" name="圆角矩形 970"/>
          <p:cNvSpPr/>
          <p:nvPr>
            <p:custDataLst>
              <p:tags r:id="rId40"/>
            </p:custDataLst>
          </p:nvPr>
        </p:nvSpPr>
        <p:spPr>
          <a:xfrm>
            <a:off x="4872990" y="4942840"/>
            <a:ext cx="1218565" cy="814070"/>
          </a:xfrm>
          <a:prstGeom prst="roundRect">
            <a:avLst/>
          </a:prstGeom>
          <a:solidFill>
            <a:srgbClr val="F8A84B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Hypothesized</a:t>
            </a:r>
            <a:endParaRPr lang="en-US" altLang="zh-CN" sz="16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lvl="0" algn="ctr">
              <a:buClrTx/>
              <a:buSzTx/>
              <a:buFontTx/>
            </a:pPr>
            <a:r>
              <a:rPr lang="en-US" altLang="zh-CN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Graph</a:t>
            </a:r>
            <a:endParaRPr lang="en-US" altLang="zh-CN" sz="16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lvl="0" algn="ctr">
              <a:buClrTx/>
              <a:buSzTx/>
              <a:buFontTx/>
            </a:pPr>
            <a:r>
              <a:rPr lang="en-US" altLang="zh-CN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Structures</a:t>
            </a:r>
            <a:endParaRPr lang="en-US" altLang="zh-CN" sz="16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973" name="圆角矩形 972"/>
          <p:cNvSpPr/>
          <p:nvPr>
            <p:custDataLst>
              <p:tags r:id="rId41"/>
            </p:custDataLst>
          </p:nvPr>
        </p:nvSpPr>
        <p:spPr>
          <a:xfrm>
            <a:off x="3890645" y="2446020"/>
            <a:ext cx="1152525" cy="2299335"/>
          </a:xfrm>
          <a:prstGeom prst="roundRect">
            <a:avLst>
              <a:gd name="adj" fmla="val 11187"/>
            </a:avLst>
          </a:prstGeom>
          <a:solidFill>
            <a:srgbClr val="63A4E0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974" name="肘形连接符 973"/>
          <p:cNvCxnSpPr>
            <a:stCxn id="937" idx="3"/>
            <a:endCxn id="1043" idx="1"/>
          </p:cNvCxnSpPr>
          <p:nvPr/>
        </p:nvCxnSpPr>
        <p:spPr>
          <a:xfrm flipV="1">
            <a:off x="3660775" y="3761740"/>
            <a:ext cx="229870" cy="1588135"/>
          </a:xfrm>
          <a:prstGeom prst="bentConnector3">
            <a:avLst>
              <a:gd name="adj1" fmla="val 50000"/>
            </a:avLst>
          </a:prstGeom>
          <a:ln w="25400">
            <a:solidFill>
              <a:schemeClr val="tx1"/>
            </a:solidFill>
            <a:tailEnd type="stealth" w="lg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75" name="直接箭头连接符 974"/>
          <p:cNvCxnSpPr>
            <a:endCxn id="973" idx="1"/>
          </p:cNvCxnSpPr>
          <p:nvPr>
            <p:custDataLst>
              <p:tags r:id="rId42"/>
            </p:custDataLst>
          </p:nvPr>
        </p:nvCxnSpPr>
        <p:spPr>
          <a:xfrm>
            <a:off x="3570605" y="3596005"/>
            <a:ext cx="320040" cy="0"/>
          </a:xfrm>
          <a:prstGeom prst="straightConnector1">
            <a:avLst/>
          </a:prstGeom>
          <a:ln w="25400">
            <a:solidFill>
              <a:schemeClr val="tx1"/>
            </a:solidFill>
            <a:tailEnd type="stealth" w="lg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76" name="肘形连接符 975"/>
          <p:cNvCxnSpPr>
            <a:stCxn id="79" idx="3"/>
            <a:endCxn id="1042" idx="1"/>
          </p:cNvCxnSpPr>
          <p:nvPr/>
        </p:nvCxnSpPr>
        <p:spPr>
          <a:xfrm>
            <a:off x="3660775" y="1843405"/>
            <a:ext cx="229870" cy="1604010"/>
          </a:xfrm>
          <a:prstGeom prst="bentConnector3">
            <a:avLst>
              <a:gd name="adj1" fmla="val 50000"/>
            </a:avLst>
          </a:prstGeom>
          <a:ln w="25400">
            <a:solidFill>
              <a:schemeClr val="tx1"/>
            </a:solidFill>
            <a:tailEnd type="stealth" w="lg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77" name="文本框 976"/>
          <p:cNvSpPr txBox="1"/>
          <p:nvPr>
            <p:custDataLst>
              <p:tags r:id="rId43"/>
            </p:custDataLst>
          </p:nvPr>
        </p:nvSpPr>
        <p:spPr>
          <a:xfrm>
            <a:off x="3820795" y="2508250"/>
            <a:ext cx="1262380" cy="33718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p>
            <a:pPr algn="ctr"/>
            <a:r>
              <a:rPr lang="en-US" altLang="zh-CN" sz="1600" b="1"/>
              <a:t>NLI+TmpI</a:t>
            </a:r>
            <a:endParaRPr lang="en-US" altLang="zh-CN" sz="1600" b="1"/>
          </a:p>
        </p:txBody>
      </p:sp>
      <p:sp>
        <p:nvSpPr>
          <p:cNvPr id="978" name="文本框 977"/>
          <p:cNvSpPr txBox="1"/>
          <p:nvPr>
            <p:custDataLst>
              <p:tags r:id="rId44"/>
            </p:custDataLst>
          </p:nvPr>
        </p:nvSpPr>
        <p:spPr>
          <a:xfrm>
            <a:off x="3937635" y="3644900"/>
            <a:ext cx="1057910" cy="497205"/>
          </a:xfrm>
          <a:prstGeom prst="roundRect">
            <a:avLst>
              <a:gd name="adj" fmla="val 19029"/>
            </a:avLst>
          </a:prstGeom>
          <a:noFill/>
          <a:ln>
            <a:solidFill>
              <a:schemeClr val="tx1"/>
            </a:solidFill>
          </a:ln>
        </p:spPr>
        <p:txBody>
          <a:bodyPr wrap="square" lIns="0" tIns="0" rIns="0" bIns="0" rtlCol="0" anchor="ctr" anchorCtr="0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  <a:sym typeface="+mn-ea"/>
              </a:rPr>
              <a:t>Contextual</a:t>
            </a:r>
            <a:endParaRPr lang="en-US" altLang="zh-CN" sz="16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lvl="0" algn="ctr">
              <a:buClrTx/>
              <a:buSzTx/>
              <a:buFontTx/>
            </a:pP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  <a:sym typeface="+mn-ea"/>
              </a:rPr>
              <a:t>Matching</a:t>
            </a:r>
            <a:endParaRPr lang="en-US" altLang="zh-CN" sz="16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979" name="文本框 978"/>
          <p:cNvSpPr txBox="1"/>
          <p:nvPr>
            <p:custDataLst>
              <p:tags r:id="rId45"/>
            </p:custDataLst>
          </p:nvPr>
        </p:nvSpPr>
        <p:spPr>
          <a:xfrm>
            <a:off x="3937635" y="4198620"/>
            <a:ext cx="1057910" cy="497205"/>
          </a:xfrm>
          <a:prstGeom prst="roundRect">
            <a:avLst>
              <a:gd name="adj" fmla="val 19029"/>
            </a:avLst>
          </a:prstGeom>
          <a:noFill/>
          <a:ln>
            <a:solidFill>
              <a:schemeClr val="tx1"/>
            </a:solidFill>
          </a:ln>
        </p:spPr>
        <p:txBody>
          <a:bodyPr wrap="square" lIns="0" tIns="0" rIns="0" bIns="0" rtlCol="0" anchor="ctr" anchorCtr="0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  <a:sym typeface="+mn-ea"/>
              </a:rPr>
              <a:t>Template</a:t>
            </a:r>
            <a:endParaRPr lang="en-US" altLang="zh-CN" sz="16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lvl="0" algn="ctr">
              <a:buClrTx/>
              <a:buSzTx/>
              <a:buFontTx/>
            </a:pP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  <a:sym typeface="+mn-ea"/>
              </a:rPr>
              <a:t>Ranking</a:t>
            </a:r>
            <a:endParaRPr lang="en-US" altLang="zh-CN" sz="16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980" name="矩形 979"/>
          <p:cNvSpPr/>
          <p:nvPr>
            <p:custDataLst>
              <p:tags r:id="rId46"/>
            </p:custDataLst>
          </p:nvPr>
        </p:nvSpPr>
        <p:spPr>
          <a:xfrm>
            <a:off x="6220460" y="684530"/>
            <a:ext cx="2600325" cy="5488940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rgbClr val="D8D8D8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81" name="矩形 980"/>
          <p:cNvSpPr/>
          <p:nvPr>
            <p:custDataLst>
              <p:tags r:id="rId47"/>
            </p:custDataLst>
          </p:nvPr>
        </p:nvSpPr>
        <p:spPr>
          <a:xfrm>
            <a:off x="6229985" y="701040"/>
            <a:ext cx="2574290" cy="41783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>
                <a:solidFill>
                  <a:schemeClr val="tx1"/>
                </a:solidFill>
              </a:rPr>
              <a:t>Semantic Verification</a:t>
            </a:r>
            <a:endParaRPr lang="en-US" altLang="zh-CN" b="1">
              <a:solidFill>
                <a:schemeClr val="tx1"/>
              </a:solidFill>
            </a:endParaRPr>
          </a:p>
        </p:txBody>
      </p:sp>
      <p:sp>
        <p:nvSpPr>
          <p:cNvPr id="982" name="圆角矩形 981"/>
          <p:cNvSpPr/>
          <p:nvPr>
            <p:custDataLst>
              <p:tags r:id="rId48"/>
            </p:custDataLst>
          </p:nvPr>
        </p:nvSpPr>
        <p:spPr>
          <a:xfrm>
            <a:off x="6355080" y="1296670"/>
            <a:ext cx="1039495" cy="1092200"/>
          </a:xfrm>
          <a:prstGeom prst="roundRect">
            <a:avLst>
              <a:gd name="adj" fmla="val 9439"/>
            </a:avLst>
          </a:prstGeom>
          <a:solidFill>
            <a:srgbClr val="63A4E0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83" name="圆角矩形 982"/>
          <p:cNvSpPr/>
          <p:nvPr>
            <p:custDataLst>
              <p:tags r:id="rId49"/>
            </p:custDataLst>
          </p:nvPr>
        </p:nvSpPr>
        <p:spPr>
          <a:xfrm>
            <a:off x="7839075" y="1525905"/>
            <a:ext cx="916305" cy="634365"/>
          </a:xfrm>
          <a:prstGeom prst="roundRect">
            <a:avLst/>
          </a:prstGeom>
          <a:solidFill>
            <a:srgbClr val="F8A84B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Verified</a:t>
            </a:r>
            <a:endParaRPr lang="en-US" altLang="zh-CN" sz="16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lvl="0" algn="ctr">
              <a:buClrTx/>
              <a:buSzTx/>
              <a:buFontTx/>
            </a:pPr>
            <a:r>
              <a:rPr lang="en-US" altLang="zh-CN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Facts</a:t>
            </a:r>
            <a:endParaRPr lang="en-US" altLang="zh-CN" sz="16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cxnSp>
        <p:nvCxnSpPr>
          <p:cNvPr id="984" name="直接箭头连接符 983"/>
          <p:cNvCxnSpPr>
            <a:endCxn id="983" idx="1"/>
          </p:cNvCxnSpPr>
          <p:nvPr>
            <p:custDataLst>
              <p:tags r:id="rId50"/>
            </p:custDataLst>
          </p:nvPr>
        </p:nvCxnSpPr>
        <p:spPr>
          <a:xfrm>
            <a:off x="7394575" y="1842770"/>
            <a:ext cx="444500" cy="635"/>
          </a:xfrm>
          <a:prstGeom prst="straightConnector1">
            <a:avLst/>
          </a:prstGeom>
          <a:ln w="25400">
            <a:solidFill>
              <a:schemeClr val="tx1"/>
            </a:solidFill>
            <a:tailEnd type="stealth" w="lg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987" name="文本框 986"/>
              <p:cNvSpPr txBox="1"/>
              <p:nvPr>
                <p:custDataLst>
                  <p:tags r:id="rId51"/>
                </p:custDataLst>
              </p:nvPr>
            </p:nvSpPr>
            <p:spPr>
              <a:xfrm>
                <a:off x="6511290" y="2020570"/>
                <a:ext cx="796925" cy="368300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p>
                <a:pPr algn="ctr"/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𝜎</m:t>
                    </m:r>
                  </m:oMath>
                </a14:m>
                <a:r>
                  <a:rPr lang="en-US" altLang="zh-CN" sz="2400">
                    <a:latin typeface="Times New Roman" panose="02020603050405020304" charset="0"/>
                    <a:cs typeface="Times New Roman" panose="02020603050405020304" charset="0"/>
                  </a:rPr>
                  <a:t>(</a:t>
                </a:r>
                <a:r>
                  <a:rPr lang="en-US" altLang="zh-CN" sz="2400" i="1">
                    <a:latin typeface="Times New Roman" panose="02020603050405020304" charset="0"/>
                    <a:cs typeface="Times New Roman" panose="02020603050405020304" charset="0"/>
                  </a:rPr>
                  <a:t>F</a:t>
                </a:r>
                <a:r>
                  <a:rPr lang="en-US" altLang="zh-CN" sz="2400">
                    <a:latin typeface="Times New Roman" panose="02020603050405020304" charset="0"/>
                    <a:cs typeface="Times New Roman" panose="02020603050405020304" charset="0"/>
                  </a:rPr>
                  <a:t>)</a:t>
                </a:r>
                <a:endParaRPr lang="en-US" altLang="zh-CN" sz="240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</mc:Choice>
        <mc:Fallback>
          <p:sp>
            <p:nvSpPr>
              <p:cNvPr id="987" name="文本框 986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52"/>
                </p:custDataLst>
              </p:nvPr>
            </p:nvSpPr>
            <p:spPr>
              <a:xfrm>
                <a:off x="6511290" y="2020570"/>
                <a:ext cx="796925" cy="368300"/>
              </a:xfrm>
              <a:prstGeom prst="rect">
                <a:avLst/>
              </a:prstGeom>
              <a:blipFill rotWithShape="1">
                <a:blip r:embed="rId5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89" name="圆角矩形 988"/>
          <p:cNvSpPr/>
          <p:nvPr>
            <p:custDataLst>
              <p:tags r:id="rId54"/>
            </p:custDataLst>
          </p:nvPr>
        </p:nvSpPr>
        <p:spPr>
          <a:xfrm>
            <a:off x="6355080" y="3049905"/>
            <a:ext cx="1039495" cy="1092200"/>
          </a:xfrm>
          <a:prstGeom prst="roundRect">
            <a:avLst>
              <a:gd name="adj" fmla="val 11202"/>
            </a:avLst>
          </a:prstGeom>
          <a:solidFill>
            <a:srgbClr val="63A4E0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90" name="圆角矩形 989"/>
          <p:cNvSpPr/>
          <p:nvPr>
            <p:custDataLst>
              <p:tags r:id="rId55"/>
            </p:custDataLst>
          </p:nvPr>
        </p:nvSpPr>
        <p:spPr>
          <a:xfrm>
            <a:off x="7839075" y="3279140"/>
            <a:ext cx="916305" cy="635000"/>
          </a:xfrm>
          <a:prstGeom prst="roundRect">
            <a:avLst/>
          </a:prstGeom>
          <a:solidFill>
            <a:srgbClr val="F8A84B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Confident</a:t>
            </a:r>
            <a:endParaRPr lang="en-US" altLang="zh-CN" sz="16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lvl="0" algn="ctr">
              <a:buClrTx/>
              <a:buSzTx/>
              <a:buFontTx/>
            </a:pPr>
            <a:r>
              <a:rPr lang="en-US" altLang="zh-CN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Links</a:t>
            </a:r>
            <a:endParaRPr lang="en-US" altLang="zh-CN" sz="16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cxnSp>
        <p:nvCxnSpPr>
          <p:cNvPr id="991" name="直接箭头连接符 990"/>
          <p:cNvCxnSpPr/>
          <p:nvPr>
            <p:custDataLst>
              <p:tags r:id="rId56"/>
            </p:custDataLst>
          </p:nvPr>
        </p:nvCxnSpPr>
        <p:spPr>
          <a:xfrm>
            <a:off x="7394575" y="3596005"/>
            <a:ext cx="444500" cy="635"/>
          </a:xfrm>
          <a:prstGeom prst="straightConnector1">
            <a:avLst/>
          </a:prstGeom>
          <a:ln w="25400">
            <a:solidFill>
              <a:schemeClr val="tx1"/>
            </a:solidFill>
            <a:tailEnd type="stealth" w="lg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96" name="圆角矩形 995"/>
          <p:cNvSpPr/>
          <p:nvPr>
            <p:custDataLst>
              <p:tags r:id="rId57"/>
            </p:custDataLst>
          </p:nvPr>
        </p:nvSpPr>
        <p:spPr>
          <a:xfrm>
            <a:off x="6355080" y="4803140"/>
            <a:ext cx="1039495" cy="1092200"/>
          </a:xfrm>
          <a:prstGeom prst="roundRect">
            <a:avLst>
              <a:gd name="adj" fmla="val 12460"/>
            </a:avLst>
          </a:prstGeom>
          <a:solidFill>
            <a:srgbClr val="63A4E0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97" name="圆角矩形 996"/>
          <p:cNvSpPr/>
          <p:nvPr>
            <p:custDataLst>
              <p:tags r:id="rId58"/>
            </p:custDataLst>
          </p:nvPr>
        </p:nvSpPr>
        <p:spPr>
          <a:xfrm>
            <a:off x="7599045" y="4943475"/>
            <a:ext cx="1156335" cy="812800"/>
          </a:xfrm>
          <a:prstGeom prst="roundRect">
            <a:avLst/>
          </a:prstGeom>
          <a:solidFill>
            <a:srgbClr val="F8A84B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998" name="直接箭头连接符 997"/>
          <p:cNvCxnSpPr>
            <a:stCxn id="996" idx="3"/>
            <a:endCxn id="997" idx="1"/>
          </p:cNvCxnSpPr>
          <p:nvPr>
            <p:custDataLst>
              <p:tags r:id="rId59"/>
            </p:custDataLst>
          </p:nvPr>
        </p:nvCxnSpPr>
        <p:spPr>
          <a:xfrm>
            <a:off x="7394575" y="5349240"/>
            <a:ext cx="204470" cy="635"/>
          </a:xfrm>
          <a:prstGeom prst="straightConnector1">
            <a:avLst/>
          </a:prstGeom>
          <a:ln w="25400">
            <a:solidFill>
              <a:schemeClr val="tx1"/>
            </a:solidFill>
            <a:tailEnd type="stealth" w="lg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02" name="文本框 1001"/>
          <p:cNvSpPr txBox="1"/>
          <p:nvPr>
            <p:custDataLst>
              <p:tags r:id="rId60"/>
            </p:custDataLst>
          </p:nvPr>
        </p:nvSpPr>
        <p:spPr>
          <a:xfrm>
            <a:off x="7512050" y="5004435"/>
            <a:ext cx="1319530" cy="63436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algn="ctr"/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Validated</a:t>
            </a:r>
            <a:endParaRPr lang="en-US" altLang="zh-CN" sz="1600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Graph</a:t>
            </a:r>
            <a:endParaRPr lang="en-US" altLang="zh-CN" sz="1600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Substructures</a:t>
            </a:r>
            <a:endParaRPr lang="en-US" altLang="zh-CN" sz="16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03" name="文本框 1002"/>
          <p:cNvSpPr txBox="1"/>
          <p:nvPr>
            <p:custDataLst>
              <p:tags r:id="rId61"/>
            </p:custDataLst>
          </p:nvPr>
        </p:nvSpPr>
        <p:spPr>
          <a:xfrm>
            <a:off x="6276340" y="1296670"/>
            <a:ext cx="1183640" cy="75882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algn="ctr"/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Semantic</a:t>
            </a:r>
            <a:endParaRPr lang="en-US" altLang="zh-CN" sz="1600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Consistency</a:t>
            </a:r>
            <a:endParaRPr lang="en-US" altLang="zh-CN" sz="1600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Check</a:t>
            </a:r>
            <a:endParaRPr lang="en-US" altLang="zh-CN" sz="1600">
              <a:latin typeface="Times New Roman" panose="02020603050405020304" charset="0"/>
              <a:cs typeface="Times New Roman" panose="0202060305040502030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04" name="文本框 1003"/>
              <p:cNvSpPr txBox="1"/>
              <p:nvPr>
                <p:custDataLst>
                  <p:tags r:id="rId62"/>
                </p:custDataLst>
              </p:nvPr>
            </p:nvSpPr>
            <p:spPr>
              <a:xfrm>
                <a:off x="6511290" y="3773805"/>
                <a:ext cx="796925" cy="368300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p>
                <a:pPr algn="ctr"/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𝜎</m:t>
                    </m:r>
                  </m:oMath>
                </a14:m>
                <a:r>
                  <a:rPr lang="en-US" altLang="zh-CN" sz="2400">
                    <a:latin typeface="Times New Roman" panose="02020603050405020304" charset="0"/>
                    <a:cs typeface="Times New Roman" panose="02020603050405020304" charset="0"/>
                  </a:rPr>
                  <a:t>(</a:t>
                </a:r>
                <a:r>
                  <a:rPr lang="en-US" altLang="zh-CN" sz="2400" i="1">
                    <a:latin typeface="Times New Roman" panose="02020603050405020304" charset="0"/>
                    <a:cs typeface="Times New Roman" panose="02020603050405020304" charset="0"/>
                  </a:rPr>
                  <a:t>F</a:t>
                </a:r>
                <a:r>
                  <a:rPr lang="en-US" altLang="zh-CN" sz="2400">
                    <a:latin typeface="Times New Roman" panose="02020603050405020304" charset="0"/>
                    <a:cs typeface="Times New Roman" panose="02020603050405020304" charset="0"/>
                  </a:rPr>
                  <a:t>)</a:t>
                </a:r>
                <a:endParaRPr lang="en-US" altLang="zh-CN" sz="240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</mc:Choice>
        <mc:Fallback>
          <p:sp>
            <p:nvSpPr>
              <p:cNvPr id="1004" name="文本框 1003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63"/>
                </p:custDataLst>
              </p:nvPr>
            </p:nvSpPr>
            <p:spPr>
              <a:xfrm>
                <a:off x="6511290" y="3773805"/>
                <a:ext cx="796925" cy="368300"/>
              </a:xfrm>
              <a:prstGeom prst="rect">
                <a:avLst/>
              </a:prstGeom>
              <a:blipFill rotWithShape="1">
                <a:blip r:embed="rId5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05" name="文本框 1004"/>
          <p:cNvSpPr txBox="1"/>
          <p:nvPr>
            <p:custDataLst>
              <p:tags r:id="rId64"/>
            </p:custDataLst>
          </p:nvPr>
        </p:nvSpPr>
        <p:spPr>
          <a:xfrm>
            <a:off x="6355080" y="3049905"/>
            <a:ext cx="1038860" cy="64897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p>
            <a:pPr algn="ctr"/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Factuality</a:t>
            </a:r>
            <a:endParaRPr lang="en-US" altLang="zh-CN" sz="1600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Assessment</a:t>
            </a:r>
            <a:endParaRPr lang="en-US" altLang="zh-CN" sz="1600">
              <a:latin typeface="Times New Roman" panose="02020603050405020304" charset="0"/>
              <a:cs typeface="Times New Roman" panose="0202060305040502030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06" name="文本框 1005"/>
              <p:cNvSpPr txBox="1"/>
              <p:nvPr>
                <p:custDataLst>
                  <p:tags r:id="rId65"/>
                </p:custDataLst>
              </p:nvPr>
            </p:nvSpPr>
            <p:spPr>
              <a:xfrm>
                <a:off x="6511290" y="5527040"/>
                <a:ext cx="796925" cy="368300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p>
                <a:pPr algn="ctr"/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𝜎</m:t>
                    </m:r>
                  </m:oMath>
                </a14:m>
                <a:r>
                  <a:rPr lang="en-US" altLang="zh-CN" sz="2400">
                    <a:latin typeface="Times New Roman" panose="02020603050405020304" charset="0"/>
                    <a:cs typeface="Times New Roman" panose="02020603050405020304" charset="0"/>
                  </a:rPr>
                  <a:t>(</a:t>
                </a:r>
                <a:r>
                  <a:rPr lang="en-US" altLang="zh-CN" sz="2400" i="1">
                    <a:latin typeface="Times New Roman" panose="02020603050405020304" charset="0"/>
                    <a:cs typeface="Times New Roman" panose="02020603050405020304" charset="0"/>
                  </a:rPr>
                  <a:t>F</a:t>
                </a:r>
                <a:r>
                  <a:rPr lang="en-US" altLang="zh-CN" sz="2400">
                    <a:latin typeface="Times New Roman" panose="02020603050405020304" charset="0"/>
                    <a:cs typeface="Times New Roman" panose="02020603050405020304" charset="0"/>
                  </a:rPr>
                  <a:t>)</a:t>
                </a:r>
                <a:endParaRPr lang="en-US" altLang="zh-CN" sz="240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</mc:Choice>
        <mc:Fallback>
          <p:sp>
            <p:nvSpPr>
              <p:cNvPr id="1006" name="文本框 1005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66"/>
                </p:custDataLst>
              </p:nvPr>
            </p:nvSpPr>
            <p:spPr>
              <a:xfrm>
                <a:off x="6511290" y="5527040"/>
                <a:ext cx="796925" cy="368300"/>
              </a:xfrm>
              <a:prstGeom prst="rect">
                <a:avLst/>
              </a:prstGeom>
              <a:blipFill rotWithShape="1">
                <a:blip r:embed="rId5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07" name="文本框 1006"/>
          <p:cNvSpPr txBox="1"/>
          <p:nvPr>
            <p:custDataLst>
              <p:tags r:id="rId67"/>
            </p:custDataLst>
          </p:nvPr>
        </p:nvSpPr>
        <p:spPr>
          <a:xfrm>
            <a:off x="6276340" y="4803140"/>
            <a:ext cx="1183640" cy="75882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algn="ctr"/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Logical</a:t>
            </a:r>
            <a:endParaRPr lang="en-US" altLang="zh-CN" sz="1600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Validation</a:t>
            </a:r>
            <a:endParaRPr lang="en-US" altLang="zh-CN" sz="16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08" name="矩形 1007"/>
          <p:cNvSpPr/>
          <p:nvPr>
            <p:custDataLst>
              <p:tags r:id="rId68"/>
            </p:custDataLst>
          </p:nvPr>
        </p:nvSpPr>
        <p:spPr>
          <a:xfrm>
            <a:off x="8902700" y="684530"/>
            <a:ext cx="2600325" cy="5488940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rgbClr val="D8D8D8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09" name="矩形 1008"/>
          <p:cNvSpPr/>
          <p:nvPr>
            <p:custDataLst>
              <p:tags r:id="rId69"/>
            </p:custDataLst>
          </p:nvPr>
        </p:nvSpPr>
        <p:spPr>
          <a:xfrm>
            <a:off x="8912225" y="701040"/>
            <a:ext cx="2574290" cy="41783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>
                <a:solidFill>
                  <a:schemeClr val="tx1"/>
                </a:solidFill>
              </a:rPr>
              <a:t>Repair</a:t>
            </a:r>
            <a:endParaRPr lang="en-US" altLang="zh-CN" b="1">
              <a:solidFill>
                <a:schemeClr val="tx1"/>
              </a:solidFill>
            </a:endParaRPr>
          </a:p>
        </p:txBody>
      </p:sp>
      <p:sp>
        <p:nvSpPr>
          <p:cNvPr id="1010" name="圆角矩形 1009"/>
          <p:cNvSpPr/>
          <p:nvPr>
            <p:custDataLst>
              <p:tags r:id="rId70"/>
            </p:custDataLst>
          </p:nvPr>
        </p:nvSpPr>
        <p:spPr>
          <a:xfrm>
            <a:off x="9483090" y="2020570"/>
            <a:ext cx="1440180" cy="1082040"/>
          </a:xfrm>
          <a:prstGeom prst="roundRect">
            <a:avLst>
              <a:gd name="adj" fmla="val 12460"/>
            </a:avLst>
          </a:prstGeom>
          <a:solidFill>
            <a:srgbClr val="63A4E0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12" name="文本框 1011"/>
          <p:cNvSpPr txBox="1"/>
          <p:nvPr>
            <p:custDataLst>
              <p:tags r:id="rId71"/>
            </p:custDataLst>
          </p:nvPr>
        </p:nvSpPr>
        <p:spPr>
          <a:xfrm>
            <a:off x="9375775" y="1992630"/>
            <a:ext cx="1640840" cy="64516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p>
            <a:pPr lvl="0" algn="ctr">
              <a:buClrTx/>
              <a:buSzTx/>
              <a:buFontTx/>
            </a:pPr>
            <a:r>
              <a:rPr lang="en-US" altLang="zh-CN" b="1">
                <a:sym typeface="+mn-ea"/>
              </a:rPr>
              <a:t>ASP+</a:t>
            </a:r>
            <a:endParaRPr lang="en-US" altLang="zh-CN" b="1">
              <a:sym typeface="+mn-ea"/>
            </a:endParaRPr>
          </a:p>
          <a:p>
            <a:pPr lvl="0" algn="ctr">
              <a:buClrTx/>
              <a:buSzTx/>
              <a:buFontTx/>
            </a:pPr>
            <a:r>
              <a:rPr lang="en-US" altLang="zh-CN" b="1">
                <a:sym typeface="+mn-ea"/>
              </a:rPr>
              <a:t>Solvers</a:t>
            </a:r>
            <a:endParaRPr lang="en-US" altLang="zh-CN" b="1">
              <a:sym typeface="+mn-ea"/>
            </a:endParaRPr>
          </a:p>
        </p:txBody>
      </p:sp>
      <p:sp>
        <p:nvSpPr>
          <p:cNvPr id="1013" name="圆角矩形 1012"/>
          <p:cNvSpPr/>
          <p:nvPr>
            <p:custDataLst>
              <p:tags r:id="rId72"/>
            </p:custDataLst>
          </p:nvPr>
        </p:nvSpPr>
        <p:spPr>
          <a:xfrm>
            <a:off x="9077960" y="3278505"/>
            <a:ext cx="1039495" cy="636270"/>
          </a:xfrm>
          <a:prstGeom prst="roundRect">
            <a:avLst>
              <a:gd name="adj" fmla="val 12460"/>
            </a:avLst>
          </a:prstGeom>
          <a:solidFill>
            <a:srgbClr val="63A4E0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0" tIns="0" rIns="0" bIns="0" rtlCol="0" anchor="ctr"/>
          <a:p>
            <a:pPr algn="ctr"/>
            <a:r>
              <a:rPr lang="en-US" altLang="zh-CN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Conflict</a:t>
            </a:r>
            <a:endParaRPr lang="en-US" altLang="zh-CN" sz="16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lang="en-US" altLang="zh-CN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Resolution</a:t>
            </a:r>
            <a:endParaRPr lang="en-US" altLang="zh-CN" sz="16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1015" name="圆角矩形 1014"/>
          <p:cNvSpPr/>
          <p:nvPr>
            <p:custDataLst>
              <p:tags r:id="rId73"/>
            </p:custDataLst>
          </p:nvPr>
        </p:nvSpPr>
        <p:spPr>
          <a:xfrm>
            <a:off x="10266680" y="3278505"/>
            <a:ext cx="1039495" cy="636270"/>
          </a:xfrm>
          <a:prstGeom prst="roundRect">
            <a:avLst>
              <a:gd name="adj" fmla="val 12460"/>
            </a:avLst>
          </a:prstGeom>
          <a:solidFill>
            <a:srgbClr val="63A4E0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0" tIns="0" rIns="0" bIns="0" rtlCol="0" anchor="ctr"/>
          <a:p>
            <a:pPr algn="ctr"/>
            <a:r>
              <a:rPr lang="en-US" altLang="zh-CN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Conflict</a:t>
            </a:r>
            <a:endParaRPr lang="en-US" altLang="zh-CN" sz="16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lang="en-US" altLang="zh-CN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Resolution</a:t>
            </a:r>
            <a:endParaRPr lang="en-US" altLang="zh-CN" sz="16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cxnSp>
        <p:nvCxnSpPr>
          <p:cNvPr id="1016" name="肘形连接符 1015"/>
          <p:cNvCxnSpPr>
            <a:stCxn id="979" idx="2"/>
            <a:endCxn id="971" idx="1"/>
          </p:cNvCxnSpPr>
          <p:nvPr/>
        </p:nvCxnSpPr>
        <p:spPr>
          <a:xfrm rot="5400000" flipV="1">
            <a:off x="4342765" y="4819650"/>
            <a:ext cx="654050" cy="406400"/>
          </a:xfrm>
          <a:prstGeom prst="bentConnector2">
            <a:avLst/>
          </a:prstGeom>
          <a:ln w="25400">
            <a:solidFill>
              <a:schemeClr val="tx1"/>
            </a:solidFill>
            <a:tailEnd type="stealth" w="lg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17" name="肘形连接符 1016"/>
          <p:cNvCxnSpPr/>
          <p:nvPr/>
        </p:nvCxnSpPr>
        <p:spPr>
          <a:xfrm rot="16200000">
            <a:off x="4486910" y="1823085"/>
            <a:ext cx="602615" cy="642620"/>
          </a:xfrm>
          <a:prstGeom prst="bentConnector2">
            <a:avLst/>
          </a:prstGeom>
          <a:ln w="25400">
            <a:solidFill>
              <a:schemeClr val="tx1"/>
            </a:solidFill>
            <a:tailEnd type="stealth" w="lg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1027" name="组合 1026"/>
          <p:cNvGrpSpPr/>
          <p:nvPr/>
        </p:nvGrpSpPr>
        <p:grpSpPr>
          <a:xfrm>
            <a:off x="4441825" y="3025775"/>
            <a:ext cx="384810" cy="421640"/>
            <a:chOff x="7321" y="10800"/>
            <a:chExt cx="606" cy="664"/>
          </a:xfrm>
        </p:grpSpPr>
        <p:sp>
          <p:nvSpPr>
            <p:cNvPr id="1018" name="矩形 1017"/>
            <p:cNvSpPr/>
            <p:nvPr/>
          </p:nvSpPr>
          <p:spPr>
            <a:xfrm>
              <a:off x="7321" y="10800"/>
              <a:ext cx="120" cy="12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19" name="矩形 1018"/>
            <p:cNvSpPr/>
            <p:nvPr/>
          </p:nvSpPr>
          <p:spPr>
            <a:xfrm>
              <a:off x="7564" y="10800"/>
              <a:ext cx="120" cy="12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cxnSp>
          <p:nvCxnSpPr>
            <p:cNvPr id="1020" name="直接连接符 1019"/>
            <p:cNvCxnSpPr/>
            <p:nvPr/>
          </p:nvCxnSpPr>
          <p:spPr>
            <a:xfrm>
              <a:off x="7381" y="10920"/>
              <a:ext cx="0" cy="328"/>
            </a:xfrm>
            <a:prstGeom prst="line">
              <a:avLst/>
            </a:prstGeom>
            <a:ln>
              <a:solidFill>
                <a:schemeClr val="tx1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021" name="直接连接符 1020"/>
            <p:cNvCxnSpPr/>
            <p:nvPr/>
          </p:nvCxnSpPr>
          <p:spPr>
            <a:xfrm>
              <a:off x="7624" y="10920"/>
              <a:ext cx="0" cy="181"/>
            </a:xfrm>
            <a:prstGeom prst="line">
              <a:avLst/>
            </a:prstGeom>
            <a:ln>
              <a:solidFill>
                <a:schemeClr val="tx1"/>
              </a:solidFill>
              <a:prstDash val="soli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022" name="直接连接符 1021"/>
            <p:cNvCxnSpPr/>
            <p:nvPr/>
          </p:nvCxnSpPr>
          <p:spPr>
            <a:xfrm>
              <a:off x="7624" y="11128"/>
              <a:ext cx="0" cy="216"/>
            </a:xfrm>
            <a:prstGeom prst="line">
              <a:avLst/>
            </a:prstGeom>
            <a:ln>
              <a:solidFill>
                <a:schemeClr val="tx1"/>
              </a:solidFill>
              <a:prstDash val="solid"/>
              <a:tailEnd type="triangle" w="sm" len="sm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023" name="直接连接符 1022"/>
            <p:cNvCxnSpPr/>
            <p:nvPr/>
          </p:nvCxnSpPr>
          <p:spPr>
            <a:xfrm>
              <a:off x="7438" y="11128"/>
              <a:ext cx="429" cy="0"/>
            </a:xfrm>
            <a:prstGeom prst="line">
              <a:avLst/>
            </a:prstGeom>
            <a:ln>
              <a:solidFill>
                <a:schemeClr val="tx1"/>
              </a:solidFill>
              <a:prstDash val="soli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024" name="直接连接符 1023"/>
            <p:cNvCxnSpPr/>
            <p:nvPr/>
          </p:nvCxnSpPr>
          <p:spPr>
            <a:xfrm>
              <a:off x="7858" y="11128"/>
              <a:ext cx="0" cy="216"/>
            </a:xfrm>
            <a:prstGeom prst="line">
              <a:avLst/>
            </a:prstGeom>
            <a:ln>
              <a:solidFill>
                <a:schemeClr val="tx1"/>
              </a:solidFill>
              <a:prstDash val="solid"/>
              <a:tailEnd type="triangle" w="sm" len="sm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025" name="矩形 1024"/>
            <p:cNvSpPr/>
            <p:nvPr/>
          </p:nvSpPr>
          <p:spPr>
            <a:xfrm>
              <a:off x="7564" y="11344"/>
              <a:ext cx="120" cy="12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26" name="矩形 1025"/>
            <p:cNvSpPr/>
            <p:nvPr/>
          </p:nvSpPr>
          <p:spPr>
            <a:xfrm>
              <a:off x="7807" y="11344"/>
              <a:ext cx="120" cy="12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1028" name="图片 1027" descr="放大镜"/>
          <p:cNvPicPr>
            <a:picLocks noChangeAspect="1"/>
          </p:cNvPicPr>
          <p:nvPr>
            <p:custDataLst>
              <p:tags r:id="rId74"/>
            </p:custDataLst>
          </p:nvPr>
        </p:nvPicPr>
        <p:blipFill>
          <a:blip r:embed="rId75">
            <a:extLst>
              <a:ext uri="{96DAC541-7B7A-43D3-8B79-37D633B846F1}">
                <asvg:svgBlip xmlns:asvg="http://schemas.microsoft.com/office/drawing/2016/SVG/main" r:embed="rId76"/>
              </a:ext>
            </a:extLst>
          </a:blip>
          <a:stretch>
            <a:fillRect/>
          </a:stretch>
        </p:blipFill>
        <p:spPr>
          <a:xfrm>
            <a:off x="3937635" y="3028315"/>
            <a:ext cx="480060" cy="480060"/>
          </a:xfrm>
          <a:prstGeom prst="rect">
            <a:avLst/>
          </a:prstGeom>
        </p:spPr>
      </p:pic>
      <p:sp>
        <p:nvSpPr>
          <p:cNvPr id="1029" name="圆角矩形 1028"/>
          <p:cNvSpPr/>
          <p:nvPr>
            <p:custDataLst>
              <p:tags r:id="rId77"/>
            </p:custDataLst>
          </p:nvPr>
        </p:nvSpPr>
        <p:spPr>
          <a:xfrm>
            <a:off x="9077960" y="4500245"/>
            <a:ext cx="2254250" cy="1496060"/>
          </a:xfrm>
          <a:prstGeom prst="roundRect">
            <a:avLst/>
          </a:prstGeom>
          <a:solidFill>
            <a:srgbClr val="F8A84B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30" name="文本框 1029"/>
          <p:cNvSpPr txBox="1"/>
          <p:nvPr>
            <p:custDataLst>
              <p:tags r:id="rId78"/>
            </p:custDataLst>
          </p:nvPr>
        </p:nvSpPr>
        <p:spPr>
          <a:xfrm>
            <a:off x="9545320" y="4500245"/>
            <a:ext cx="1319530" cy="39116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algn="ctr"/>
            <a:r>
              <a:rPr lang="en-US" altLang="zh-CN" sz="2400" b="1">
                <a:latin typeface="Times New Roman" panose="02020603050405020304" charset="0"/>
                <a:cs typeface="Times New Roman" panose="02020603050405020304" charset="0"/>
              </a:rPr>
              <a:t>( </a:t>
            </a:r>
            <a:r>
              <a:rPr lang="en-US" altLang="zh-CN" sz="2400" b="1" i="1">
                <a:latin typeface="Times New Roman" panose="02020603050405020304" charset="0"/>
                <a:cs typeface="Times New Roman" panose="02020603050405020304" charset="0"/>
              </a:rPr>
              <a:t>G,</a:t>
            </a:r>
            <a:r>
              <a:rPr lang="en-US" altLang="zh-CN" sz="2400" b="1" i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ν</a:t>
            </a:r>
            <a:r>
              <a:rPr lang="en-US" altLang="zh-CN" sz="2400" b="1" i="1">
                <a:latin typeface="Times New Roman" panose="02020603050405020304" charset="0"/>
                <a:cs typeface="Times New Roman" panose="02020603050405020304" charset="0"/>
              </a:rPr>
              <a:t>,</a:t>
            </a:r>
            <a:r>
              <a:rPr lang="en-US" altLang="zh-CN" sz="2400" b="1" i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ρ </a:t>
            </a:r>
            <a:r>
              <a:rPr lang="en-US" altLang="zh-CN" sz="2400" b="1">
                <a:latin typeface="Times New Roman" panose="02020603050405020304" charset="0"/>
                <a:cs typeface="Times New Roman" panose="02020603050405020304" charset="0"/>
              </a:rPr>
              <a:t>)</a:t>
            </a:r>
            <a:endParaRPr lang="en-US" altLang="zh-CN" sz="24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31" name="文本框 1030"/>
          <p:cNvSpPr txBox="1"/>
          <p:nvPr>
            <p:custDataLst>
              <p:tags r:id="rId79"/>
            </p:custDataLst>
          </p:nvPr>
        </p:nvSpPr>
        <p:spPr>
          <a:xfrm>
            <a:off x="9077960" y="4843145"/>
            <a:ext cx="2253615" cy="115316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algn="ctr"/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Repaired</a:t>
            </a:r>
            <a:endParaRPr lang="en-US" altLang="zh-CN" sz="1600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Knowledge Graph</a:t>
            </a:r>
            <a:endParaRPr lang="en-US" altLang="zh-CN" sz="1600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Validity Scores</a:t>
            </a:r>
            <a:endParaRPr lang="en-US" altLang="zh-CN" sz="1600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Refined Policies</a:t>
            </a:r>
            <a:endParaRPr lang="en-US" altLang="zh-CN" sz="1600"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1032" name="肘形连接符 1031"/>
          <p:cNvCxnSpPr>
            <a:stCxn id="983" idx="3"/>
            <a:endCxn id="1012" idx="0"/>
          </p:cNvCxnSpPr>
          <p:nvPr/>
        </p:nvCxnSpPr>
        <p:spPr>
          <a:xfrm>
            <a:off x="8755380" y="1843405"/>
            <a:ext cx="1440815" cy="149225"/>
          </a:xfrm>
          <a:prstGeom prst="bentConnector2">
            <a:avLst/>
          </a:prstGeom>
          <a:ln w="25400">
            <a:solidFill>
              <a:schemeClr val="tx1"/>
            </a:solidFill>
            <a:tailEnd type="stealth" w="lg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33" name="肘形连接符 1032"/>
          <p:cNvCxnSpPr>
            <a:stCxn id="990" idx="3"/>
            <a:endCxn id="1010" idx="1"/>
          </p:cNvCxnSpPr>
          <p:nvPr/>
        </p:nvCxnSpPr>
        <p:spPr>
          <a:xfrm flipV="1">
            <a:off x="8755380" y="2561590"/>
            <a:ext cx="727710" cy="1035050"/>
          </a:xfrm>
          <a:prstGeom prst="bentConnector3">
            <a:avLst>
              <a:gd name="adj1" fmla="val 33246"/>
            </a:avLst>
          </a:prstGeom>
          <a:ln w="25400">
            <a:solidFill>
              <a:schemeClr val="tx1"/>
            </a:solidFill>
            <a:tailEnd type="stealth" w="lg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034" name="图片 1033" descr="设置齿轮"/>
          <p:cNvPicPr>
            <a:picLocks noChangeAspect="1"/>
          </p:cNvPicPr>
          <p:nvPr>
            <p:custDataLst>
              <p:tags r:id="rId80"/>
            </p:custDataLst>
          </p:nvPr>
        </p:nvPicPr>
        <p:blipFill>
          <a:blip r:embed="rId81">
            <a:extLst>
              <a:ext uri="{96DAC541-7B7A-43D3-8B79-37D633B846F1}">
                <asvg:svgBlip xmlns:asvg="http://schemas.microsoft.com/office/drawing/2016/SVG/main" r:embed="rId82"/>
              </a:ext>
            </a:extLst>
          </a:blip>
          <a:stretch>
            <a:fillRect/>
          </a:stretch>
        </p:blipFill>
        <p:spPr>
          <a:xfrm>
            <a:off x="9735820" y="2646680"/>
            <a:ext cx="381635" cy="381635"/>
          </a:xfrm>
          <a:prstGeom prst="rect">
            <a:avLst/>
          </a:prstGeom>
        </p:spPr>
      </p:pic>
      <p:sp>
        <p:nvSpPr>
          <p:cNvPr id="1035" name="椭圆 1034"/>
          <p:cNvSpPr/>
          <p:nvPr/>
        </p:nvSpPr>
        <p:spPr>
          <a:xfrm>
            <a:off x="10323830" y="2646045"/>
            <a:ext cx="403860" cy="40386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36" name="文本框 1035"/>
          <p:cNvSpPr txBox="1"/>
          <p:nvPr/>
        </p:nvSpPr>
        <p:spPr>
          <a:xfrm>
            <a:off x="10323830" y="2609850"/>
            <a:ext cx="40322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400" b="1" i="1">
                <a:solidFill>
                  <a:srgbClr val="63A4E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k</a:t>
            </a:r>
            <a:endParaRPr lang="en-US" altLang="zh-CN" sz="2400" b="1" i="1">
              <a:solidFill>
                <a:srgbClr val="63A4E0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cxnSp>
        <p:nvCxnSpPr>
          <p:cNvPr id="1037" name="直接箭头连接符 1036"/>
          <p:cNvCxnSpPr/>
          <p:nvPr>
            <p:custDataLst>
              <p:tags r:id="rId83"/>
            </p:custDataLst>
          </p:nvPr>
        </p:nvCxnSpPr>
        <p:spPr>
          <a:xfrm rot="5400000">
            <a:off x="9985375" y="4277360"/>
            <a:ext cx="444500" cy="635"/>
          </a:xfrm>
          <a:prstGeom prst="straightConnector1">
            <a:avLst/>
          </a:prstGeom>
          <a:ln w="25400">
            <a:solidFill>
              <a:schemeClr val="tx1"/>
            </a:solidFill>
            <a:tailEnd type="stealth" w="lg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39" name="肘形连接符 1038"/>
          <p:cNvCxnSpPr>
            <a:stCxn id="1040" idx="1"/>
            <a:endCxn id="1005" idx="3"/>
          </p:cNvCxnSpPr>
          <p:nvPr/>
        </p:nvCxnSpPr>
        <p:spPr>
          <a:xfrm rot="10800000" flipV="1">
            <a:off x="7393305" y="1959610"/>
            <a:ext cx="445135" cy="1414145"/>
          </a:xfrm>
          <a:prstGeom prst="bentConnector3">
            <a:avLst>
              <a:gd name="adj1" fmla="val 49929"/>
            </a:avLst>
          </a:prstGeom>
          <a:ln w="25400">
            <a:solidFill>
              <a:schemeClr val="tx1"/>
            </a:solidFill>
            <a:tailEnd type="stealth" w="lg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40" name="文本框 1039"/>
          <p:cNvSpPr txBox="1"/>
          <p:nvPr>
            <p:custDataLst>
              <p:tags r:id="rId84"/>
            </p:custDataLst>
          </p:nvPr>
        </p:nvSpPr>
        <p:spPr>
          <a:xfrm>
            <a:off x="7839075" y="1843405"/>
            <a:ext cx="247015" cy="23368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p>
            <a:pPr algn="ctr"/>
            <a:endParaRPr lang="en-US" altLang="zh-CN" sz="16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41" name="文本框 1040"/>
          <p:cNvSpPr txBox="1"/>
          <p:nvPr>
            <p:custDataLst>
              <p:tags r:id="rId85"/>
            </p:custDataLst>
          </p:nvPr>
        </p:nvSpPr>
        <p:spPr>
          <a:xfrm>
            <a:off x="6355080" y="1959610"/>
            <a:ext cx="247015" cy="23368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p>
            <a:pPr algn="ctr"/>
            <a:endParaRPr lang="en-US" altLang="zh-CN" sz="16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42" name="文本框 1041"/>
          <p:cNvSpPr txBox="1"/>
          <p:nvPr>
            <p:custDataLst>
              <p:tags r:id="rId86"/>
            </p:custDataLst>
          </p:nvPr>
        </p:nvSpPr>
        <p:spPr>
          <a:xfrm>
            <a:off x="3890645" y="3330575"/>
            <a:ext cx="247015" cy="23368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p>
            <a:pPr algn="ctr"/>
            <a:endParaRPr lang="en-US" altLang="zh-CN" sz="16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43" name="文本框 1042"/>
          <p:cNvSpPr txBox="1"/>
          <p:nvPr>
            <p:custDataLst>
              <p:tags r:id="rId87"/>
            </p:custDataLst>
          </p:nvPr>
        </p:nvSpPr>
        <p:spPr>
          <a:xfrm>
            <a:off x="3890645" y="3644900"/>
            <a:ext cx="247015" cy="23368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p>
            <a:pPr algn="ctr"/>
            <a:endParaRPr lang="en-US" altLang="zh-CN" sz="1600"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1044" name="肘形连接符 1043"/>
          <p:cNvCxnSpPr>
            <a:stCxn id="971" idx="3"/>
            <a:endCxn id="1041" idx="1"/>
          </p:cNvCxnSpPr>
          <p:nvPr/>
        </p:nvCxnSpPr>
        <p:spPr>
          <a:xfrm flipV="1">
            <a:off x="6091555" y="2076450"/>
            <a:ext cx="263525" cy="3273425"/>
          </a:xfrm>
          <a:prstGeom prst="bentConnector3">
            <a:avLst>
              <a:gd name="adj1" fmla="val 50120"/>
            </a:avLst>
          </a:prstGeom>
          <a:ln w="25400">
            <a:solidFill>
              <a:schemeClr val="tx1"/>
            </a:solidFill>
            <a:tailEnd type="stealth" w="lg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45" name="直接箭头连接符 1044"/>
          <p:cNvCxnSpPr/>
          <p:nvPr>
            <p:custDataLst>
              <p:tags r:id="rId88"/>
            </p:custDataLst>
          </p:nvPr>
        </p:nvCxnSpPr>
        <p:spPr>
          <a:xfrm>
            <a:off x="6026150" y="1842770"/>
            <a:ext cx="326390" cy="0"/>
          </a:xfrm>
          <a:prstGeom prst="straightConnector1">
            <a:avLst/>
          </a:prstGeom>
          <a:ln w="25400">
            <a:solidFill>
              <a:schemeClr val="tx1"/>
            </a:solidFill>
            <a:tailEnd type="stealth" w="lg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46" name="直接箭头连接符 1045"/>
          <p:cNvCxnSpPr/>
          <p:nvPr>
            <p:custDataLst>
              <p:tags r:id="rId89"/>
            </p:custDataLst>
          </p:nvPr>
        </p:nvCxnSpPr>
        <p:spPr>
          <a:xfrm>
            <a:off x="6026150" y="3596005"/>
            <a:ext cx="338455" cy="0"/>
          </a:xfrm>
          <a:prstGeom prst="straightConnector1">
            <a:avLst/>
          </a:prstGeom>
          <a:ln w="25400">
            <a:solidFill>
              <a:schemeClr val="tx1"/>
            </a:solidFill>
            <a:tailEnd type="stealth" w="lg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47" name="直接箭头连接符 1046"/>
          <p:cNvCxnSpPr/>
          <p:nvPr>
            <p:custDataLst>
              <p:tags r:id="rId90"/>
            </p:custDataLst>
          </p:nvPr>
        </p:nvCxnSpPr>
        <p:spPr>
          <a:xfrm>
            <a:off x="6026150" y="5349240"/>
            <a:ext cx="323215" cy="0"/>
          </a:xfrm>
          <a:prstGeom prst="straightConnector1">
            <a:avLst/>
          </a:prstGeom>
          <a:ln w="25400">
            <a:solidFill>
              <a:schemeClr val="tx1"/>
            </a:solidFill>
            <a:tailEnd type="stealth" w="lg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9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DIAGRAM_VIRTUALLY_FRAME" val="{&quot;height&quot;:432.2,&quot;left&quot;:33.2,&quot;top&quot;:12.9,&quot;width&quot;:269.5}"/>
</p:tagLst>
</file>

<file path=ppt/tags/tag64.xml><?xml version="1.0" encoding="utf-8"?>
<p:tagLst xmlns:p="http://schemas.openxmlformats.org/presentationml/2006/main">
  <p:tag name="KSO_WM_DIAGRAM_VIRTUALLY_FRAME" val="{&quot;height&quot;:432.2,&quot;left&quot;:33.2,&quot;top&quot;:12.9,&quot;width&quot;:269.5}"/>
</p:tagLst>
</file>

<file path=ppt/tags/tag65.xml><?xml version="1.0" encoding="utf-8"?>
<p:tagLst xmlns:p="http://schemas.openxmlformats.org/presentationml/2006/main">
  <p:tag name="KSO_WM_DIAGRAM_VIRTUALLY_FRAME" val="{&quot;height&quot;:432.2,&quot;left&quot;:33.2,&quot;top&quot;:12.9,&quot;width&quot;:269.5}"/>
</p:tagLst>
</file>

<file path=ppt/tags/tag66.xml><?xml version="1.0" encoding="utf-8"?>
<p:tagLst xmlns:p="http://schemas.openxmlformats.org/presentationml/2006/main">
  <p:tag name="KSO_WM_DIAGRAM_VIRTUALLY_FRAME" val="{&quot;height&quot;:432.2,&quot;left&quot;:33.2,&quot;top&quot;:12.9,&quot;width&quot;:269.5}"/>
</p:tagLst>
</file>

<file path=ppt/tags/tag67.xml><?xml version="1.0" encoding="utf-8"?>
<p:tagLst xmlns:p="http://schemas.openxmlformats.org/presentationml/2006/main">
  <p:tag name="KSO_WM_DIAGRAM_VIRTUALLY_FRAME" val="{&quot;height&quot;:432.2,&quot;left&quot;:33.2,&quot;top&quot;:12.9,&quot;width&quot;:269.5}"/>
</p:tagLst>
</file>

<file path=ppt/tags/tag68.xml><?xml version="1.0" encoding="utf-8"?>
<p:tagLst xmlns:p="http://schemas.openxmlformats.org/presentationml/2006/main">
  <p:tag name="KSO_WM_DIAGRAM_VIRTUALLY_FRAME" val="{&quot;height&quot;:432.2,&quot;left&quot;:33.2,&quot;top&quot;:12.9,&quot;width&quot;:269.5}"/>
</p:tagLst>
</file>

<file path=ppt/tags/tag69.xml><?xml version="1.0" encoding="utf-8"?>
<p:tagLst xmlns:p="http://schemas.openxmlformats.org/presentationml/2006/main">
  <p:tag name="KSO_WM_DIAGRAM_VIRTUALLY_FRAME" val="{&quot;height&quot;:432.2,&quot;left&quot;:33.2,&quot;top&quot;:12.9,&quot;width&quot;:269.5}"/>
</p:tagLst>
</file>

<file path=ppt/tags/tag70.xml><?xml version="1.0" encoding="utf-8"?>
<p:tagLst xmlns:p="http://schemas.openxmlformats.org/presentationml/2006/main">
  <p:tag name="KSO_WM_DIAGRAM_VIRTUALLY_FRAME" val="{&quot;height&quot;:432.2,&quot;left&quot;:33.2,&quot;top&quot;:12.9,&quot;width&quot;:269.5}"/>
</p:tagLst>
</file>

<file path=ppt/tags/tag71.xml><?xml version="1.0" encoding="utf-8"?>
<p:tagLst xmlns:p="http://schemas.openxmlformats.org/presentationml/2006/main">
  <p:tag name="KSO_DOCER_RESOURCE_TRACE_INFO" val="{&quot;id&quot;:&quot;21578277&quot;,&quot;origin&quot;:0,&quot;type&quot;:&quot;icons&quot;,&quot;user&quot;:&quot;408897316&quot;}"/>
  <p:tag name="KSO_WM_DIAGRAM_VIRTUALLY_FRAME" val="{&quot;height&quot;:432.2,&quot;left&quot;:33.2,&quot;top&quot;:12.9,&quot;width&quot;:269.5}"/>
</p:tagLst>
</file>

<file path=ppt/tags/tag72.xml><?xml version="1.0" encoding="utf-8"?>
<p:tagLst xmlns:p="http://schemas.openxmlformats.org/presentationml/2006/main">
  <p:tag name="KSO_WM_DIAGRAM_VIRTUALLY_FRAME" val="{&quot;height&quot;:432.2,&quot;left&quot;:33.2,&quot;top&quot;:12.9,&quot;width&quot;:269.5}"/>
</p:tagLst>
</file>

<file path=ppt/tags/tag73.xml><?xml version="1.0" encoding="utf-8"?>
<p:tagLst xmlns:p="http://schemas.openxmlformats.org/presentationml/2006/main">
  <p:tag name="KSO_WM_DIAGRAM_VIRTUALLY_FRAME" val="{&quot;height&quot;:432.2,&quot;left&quot;:33.2,&quot;top&quot;:12.9,&quot;width&quot;:269.5}"/>
</p:tagLst>
</file>

<file path=ppt/tags/tag74.xml><?xml version="1.0" encoding="utf-8"?>
<p:tagLst xmlns:p="http://schemas.openxmlformats.org/presentationml/2006/main">
  <p:tag name="KSO_WM_DIAGRAM_VIRTUALLY_FRAME" val="{&quot;height&quot;:432.2,&quot;left&quot;:33.2,&quot;top&quot;:12.9,&quot;width&quot;:269.5}"/>
</p:tagLst>
</file>

<file path=ppt/tags/tag75.xml><?xml version="1.0" encoding="utf-8"?>
<p:tagLst xmlns:p="http://schemas.openxmlformats.org/presentationml/2006/main">
  <p:tag name="KSO_WM_DIAGRAM_VIRTUALLY_FRAME" val="{&quot;height&quot;:432.2,&quot;left&quot;:33.2,&quot;top&quot;:12.9,&quot;width&quot;:269.5}"/>
</p:tagLst>
</file>

<file path=ppt/tags/tag76.xml><?xml version="1.0" encoding="utf-8"?>
<p:tagLst xmlns:p="http://schemas.openxmlformats.org/presentationml/2006/main">
  <p:tag name="KSO_WM_DIAGRAM_VIRTUALLY_FRAME" val="{&quot;height&quot;:432.2,&quot;left&quot;:33.2,&quot;top&quot;:12.9,&quot;width&quot;:269.5}"/>
</p:tagLst>
</file>

<file path=ppt/tags/tag77.xml><?xml version="1.0" encoding="utf-8"?>
<p:tagLst xmlns:p="http://schemas.openxmlformats.org/presentationml/2006/main">
  <p:tag name="KSO_WM_DIAGRAM_VIRTUALLY_FRAME" val="{&quot;height&quot;:432.2,&quot;left&quot;:33.2,&quot;top&quot;:12.9,&quot;width&quot;:269.5}"/>
</p:tagLst>
</file>

<file path=ppt/tags/tag78.xml><?xml version="1.0" encoding="utf-8"?>
<p:tagLst xmlns:p="http://schemas.openxmlformats.org/presentationml/2006/main">
  <p:tag name="KSO_WM_DIAGRAM_VIRTUALLY_FRAME" val="{&quot;height&quot;:432.2,&quot;left&quot;:33.2,&quot;top&quot;:12.9,&quot;width&quot;:269.5}"/>
</p:tagLst>
</file>

<file path=ppt/tags/tag79.xml><?xml version="1.0" encoding="utf-8"?>
<p:tagLst xmlns:p="http://schemas.openxmlformats.org/presentationml/2006/main">
  <p:tag name="KSO_WM_DIAGRAM_VIRTUALLY_FRAME" val="{&quot;height&quot;:432.2,&quot;left&quot;:33.2,&quot;top&quot;:12.9,&quot;width&quot;:269.5}"/>
</p:tagLst>
</file>

<file path=ppt/tags/tag80.xml><?xml version="1.0" encoding="utf-8"?>
<p:tagLst xmlns:p="http://schemas.openxmlformats.org/presentationml/2006/main">
  <p:tag name="KSO_WM_DIAGRAM_VIRTUALLY_FRAME" val="{&quot;height&quot;:432.2,&quot;left&quot;:33.2,&quot;top&quot;:12.9,&quot;width&quot;:269.5}"/>
</p:tagLst>
</file>

<file path=ppt/tags/tag81.xml><?xml version="1.0" encoding="utf-8"?>
<p:tagLst xmlns:p="http://schemas.openxmlformats.org/presentationml/2006/main">
  <p:tag name="KSO_DOCER_RESOURCE_TRACE_INFO" val="{&quot;id&quot;:&quot;21578277&quot;,&quot;origin&quot;:0,&quot;type&quot;:&quot;icons&quot;,&quot;user&quot;:&quot;408897316&quot;}"/>
  <p:tag name="KSO_WM_DIAGRAM_VIRTUALLY_FRAME" val="{&quot;height&quot;:432.2,&quot;left&quot;:33.2,&quot;top&quot;:12.9,&quot;width&quot;:269.5}"/>
</p:tagLst>
</file>

<file path=ppt/tags/tag82.xml><?xml version="1.0" encoding="utf-8"?>
<p:tagLst xmlns:p="http://schemas.openxmlformats.org/presentationml/2006/main">
  <p:tag name="KSO_WM_DIAGRAM_VIRTUALLY_FRAME" val="{&quot;height&quot;:432.2,&quot;left&quot;:33.2,&quot;top&quot;:12.9,&quot;width&quot;:269.5}"/>
</p:tagLst>
</file>

<file path=ppt/tags/tag83.xml><?xml version="1.0" encoding="utf-8"?>
<p:tagLst xmlns:p="http://schemas.openxmlformats.org/presentationml/2006/main">
  <p:tag name="KSO_WM_DIAGRAM_VIRTUALLY_FRAME" val="{&quot;height&quot;:432.2,&quot;left&quot;:33.2,&quot;top&quot;:12.9,&quot;width&quot;:269.5}"/>
</p:tagLst>
</file>

<file path=ppt/tags/tag84.xml><?xml version="1.0" encoding="utf-8"?>
<p:tagLst xmlns:p="http://schemas.openxmlformats.org/presentationml/2006/main">
  <p:tag name="KSO_WM_DIAGRAM_VIRTUALLY_FRAME" val="{&quot;height&quot;:432.2,&quot;left&quot;:33.2,&quot;top&quot;:12.9,&quot;width&quot;:269.5}"/>
</p:tagLst>
</file>

<file path=ppt/tags/tag85.xml><?xml version="1.0" encoding="utf-8"?>
<p:tagLst xmlns:p="http://schemas.openxmlformats.org/presentationml/2006/main">
  <p:tag name="KSO_WM_DIAGRAM_VIRTUALLY_FRAME" val="{&quot;height&quot;:432.2,&quot;left&quot;:33.2,&quot;top&quot;:12.9,&quot;width&quot;:269.5}"/>
</p:tagLst>
</file>

<file path=ppt/tags/tag86.xml><?xml version="1.0" encoding="utf-8"?>
<p:tagLst xmlns:p="http://schemas.openxmlformats.org/presentationml/2006/main">
  <p:tag name="KSO_WM_DIAGRAM_VIRTUALLY_FRAME" val="{&quot;height&quot;:432.2,&quot;left&quot;:33.2,&quot;top&quot;:12.9,&quot;width&quot;:269.5}"/>
</p:tagLst>
</file>

<file path=ppt/tags/tag87.xml><?xml version="1.0" encoding="utf-8"?>
<p:tagLst xmlns:p="http://schemas.openxmlformats.org/presentationml/2006/main">
  <p:tag name="KSO_WM_DIAGRAM_VIRTUALLY_FRAME" val="{&quot;height&quot;:432.2,&quot;left&quot;:33.2,&quot;top&quot;:12.9,&quot;width&quot;:269.5}"/>
</p:tagLst>
</file>

<file path=ppt/tags/tag88.xml><?xml version="1.0" encoding="utf-8"?>
<p:tagLst xmlns:p="http://schemas.openxmlformats.org/presentationml/2006/main">
  <p:tag name="KSO_WM_DIAGRAM_VIRTUALLY_FRAME" val="{&quot;height&quot;:432.2,&quot;left&quot;:33.2,&quot;top&quot;:12.9,&quot;width&quot;:269.5}"/>
</p:tagLst>
</file>

<file path=ppt/tags/tag89.xml><?xml version="1.0" encoding="utf-8"?>
<p:tagLst xmlns:p="http://schemas.openxmlformats.org/presentationml/2006/main">
  <p:tag name="KSO_WM_DIAGRAM_VIRTUALLY_FRAME" val="{&quot;height&quot;:432.2,&quot;left&quot;:33.2,&quot;top&quot;:12.9,&quot;width&quot;:269.5}"/>
</p:tagLst>
</file>

<file path=ppt/tags/tag90.xml><?xml version="1.0" encoding="utf-8"?>
<p:tagLst xmlns:p="http://schemas.openxmlformats.org/presentationml/2006/main">
  <p:tag name="KSO_WM_DIAGRAM_VIRTUALLY_FRAME" val="{&quot;height&quot;:432.2,&quot;left&quot;:33.2,&quot;top&quot;:12.9,&quot;width&quot;:269.5}"/>
</p:tagLst>
</file>

<file path=ppt/tags/tag91.xml><?xml version="1.0" encoding="utf-8"?>
<p:tagLst xmlns:p="http://schemas.openxmlformats.org/presentationml/2006/main">
  <p:tag name="KSO_DOCER_RESOURCE_TRACE_INFO" val="{&quot;id&quot;:&quot;21578277&quot;,&quot;origin&quot;:0,&quot;type&quot;:&quot;icons&quot;,&quot;user&quot;:&quot;408897316&quot;}"/>
  <p:tag name="KSO_WM_DIAGRAM_VIRTUALLY_FRAME" val="{&quot;height&quot;:432.2,&quot;left&quot;:33.2,&quot;top&quot;:12.9,&quot;width&quot;:269.5}"/>
</p:tagLst>
</file>

<file path=ppt/tags/tag92.xml><?xml version="1.0" encoding="utf-8"?>
<p:tagLst xmlns:p="http://schemas.openxmlformats.org/presentationml/2006/main">
  <p:tag name="KSO_WM_DIAGRAM_VIRTUALLY_FRAME" val="{&quot;height&quot;:432.2,&quot;left&quot;:33.2,&quot;top&quot;:12.9,&quot;width&quot;:269.5}"/>
</p:tagLst>
</file>

<file path=ppt/tags/tag93.xml><?xml version="1.0" encoding="utf-8"?>
<p:tagLst xmlns:p="http://schemas.openxmlformats.org/presentationml/2006/main">
  <p:tag name="KSO_WM_DIAGRAM_VIRTUALLY_FRAME" val="{&quot;height&quot;:432.2,&quot;left&quot;:33.2,&quot;top&quot;:12.9,&quot;width&quot;:269.5}"/>
</p:tagLst>
</file>

<file path=ppt/tags/tag94.xml><?xml version="1.0" encoding="utf-8"?>
<p:tagLst xmlns:p="http://schemas.openxmlformats.org/presentationml/2006/main">
  <p:tag name="KSO_WM_DIAGRAM_VIRTUALLY_FRAME" val="{&quot;height&quot;:432.2,&quot;left&quot;:33.2,&quot;top&quot;:12.9,&quot;width&quot;:269.5}"/>
</p:tagLst>
</file>

<file path=ppt/tags/tag95.xml><?xml version="1.0" encoding="utf-8"?>
<p:tagLst xmlns:p="http://schemas.openxmlformats.org/presentationml/2006/main">
  <p:tag name="KSO_WM_DIAGRAM_VIRTUALLY_FRAME" val="{&quot;height&quot;:432.2,&quot;left&quot;:33.2,&quot;top&quot;:12.9,&quot;width&quot;:269.5}"/>
</p:tagLst>
</file>

<file path=ppt/tags/tag96.xml><?xml version="1.0" encoding="utf-8"?>
<p:tagLst xmlns:p="http://schemas.openxmlformats.org/presentationml/2006/main">
  <p:tag name="KSO_WM_DIAGRAM_VIRTUALLY_FRAME" val="{&quot;height&quot;:432.2,&quot;left&quot;:33.2,&quot;top&quot;:12.9,&quot;width&quot;:269.5}"/>
</p:tagLst>
</file>

<file path=ppt/tags/tag97.xml><?xml version="1.0" encoding="utf-8"?>
<p:tagLst xmlns:p="http://schemas.openxmlformats.org/presentationml/2006/main">
  <p:tag name="KSO_WM_DIAGRAM_VIRTUALLY_FRAME" val="{&quot;height&quot;:432.2,&quot;left&quot;:33.2,&quot;top&quot;:12.9,&quot;width&quot;:269.5}"/>
</p:tagLst>
</file>

<file path=ppt/tags/tag98.xml><?xml version="1.0" encoding="utf-8"?>
<p:tagLst xmlns:p="http://schemas.openxmlformats.org/presentationml/2006/main">
  <p:tag name="KSO_WM_DIAGRAM_VIRTUALLY_FRAME" val="{&quot;height&quot;:432.2,&quot;left&quot;:33.2,&quot;top&quot;:12.9,&quot;width&quot;:269.5}"/>
</p:tagLst>
</file>

<file path=ppt/tags/tag99.xml><?xml version="1.0" encoding="utf-8"?>
<p:tagLst xmlns:p="http://schemas.openxmlformats.org/presentationml/2006/main">
  <p:tag name="KSO_WM_DIAGRAM_VIRTUALLY_FRAME" val="{&quot;height&quot;:432.2,&quot;left&quot;:33.2,&quot;top&quot;:12.9,&quot;width&quot;:269.5}"/>
</p:tagLst>
</file>

<file path=ppt/tags/tag100.xml><?xml version="1.0" encoding="utf-8"?>
<p:tagLst xmlns:p="http://schemas.openxmlformats.org/presentationml/2006/main">
  <p:tag name="KSO_WM_DIAGRAM_VIRTUALLY_FRAME" val="{&quot;height&quot;:432.2,&quot;left&quot;:33.2,&quot;top&quot;:12.9,&quot;width&quot;:269.5}"/>
</p:tagLst>
</file>

<file path=ppt/tags/tag101.xml><?xml version="1.0" encoding="utf-8"?>
<p:tagLst xmlns:p="http://schemas.openxmlformats.org/presentationml/2006/main">
  <p:tag name="KSO_WM_DIAGRAM_VIRTUALLY_FRAME" val="{&quot;height&quot;:432.2,&quot;left&quot;:33.2,&quot;top&quot;:12.9,&quot;width&quot;:269.5}"/>
</p:tagLst>
</file>

<file path=ppt/tags/tag102.xml><?xml version="1.0" encoding="utf-8"?>
<p:tagLst xmlns:p="http://schemas.openxmlformats.org/presentationml/2006/main">
  <p:tag name="KSO_WM_DIAGRAM_VIRTUALLY_FRAME" val="{&quot;height&quot;:432.2,&quot;left&quot;:33.2,&quot;top&quot;:12.9,&quot;width&quot;:269.5}"/>
</p:tagLst>
</file>

<file path=ppt/tags/tag103.xml><?xml version="1.0" encoding="utf-8"?>
<p:tagLst xmlns:p="http://schemas.openxmlformats.org/presentationml/2006/main">
  <p:tag name="KSO_WM_DIAGRAM_VIRTUALLY_FRAME" val="{&quot;height&quot;:432.2,&quot;left&quot;:33.2,&quot;top&quot;:12.9,&quot;width&quot;:269.5}"/>
</p:tagLst>
</file>

<file path=ppt/tags/tag104.xml><?xml version="1.0" encoding="utf-8"?>
<p:tagLst xmlns:p="http://schemas.openxmlformats.org/presentationml/2006/main">
  <p:tag name="KSO_WM_DIAGRAM_VIRTUALLY_FRAME" val="{&quot;height&quot;:432.2,&quot;left&quot;:33.2,&quot;top&quot;:12.9,&quot;width&quot;:269.5}"/>
</p:tagLst>
</file>

<file path=ppt/tags/tag105.xml><?xml version="1.0" encoding="utf-8"?>
<p:tagLst xmlns:p="http://schemas.openxmlformats.org/presentationml/2006/main">
  <p:tag name="KSO_WM_DIAGRAM_VIRTUALLY_FRAME" val="{&quot;height&quot;:432.2,&quot;left&quot;:33.2,&quot;top&quot;:12.9,&quot;width&quot;:269.5}"/>
</p:tagLst>
</file>

<file path=ppt/tags/tag106.xml><?xml version="1.0" encoding="utf-8"?>
<p:tagLst xmlns:p="http://schemas.openxmlformats.org/presentationml/2006/main">
  <p:tag name="KSO_WM_DIAGRAM_VIRTUALLY_FRAME" val="{&quot;height&quot;:432.2,&quot;left&quot;:33.2,&quot;top&quot;:12.9,&quot;width&quot;:269.5}"/>
</p:tagLst>
</file>

<file path=ppt/tags/tag107.xml><?xml version="1.0" encoding="utf-8"?>
<p:tagLst xmlns:p="http://schemas.openxmlformats.org/presentationml/2006/main">
  <p:tag name="KSO_WM_DIAGRAM_VIRTUALLY_FRAME" val="{&quot;height&quot;:432.2,&quot;left&quot;:33.2,&quot;top&quot;:12.9,&quot;width&quot;:269.5}"/>
</p:tagLst>
</file>

<file path=ppt/tags/tag108.xml><?xml version="1.0" encoding="utf-8"?>
<p:tagLst xmlns:p="http://schemas.openxmlformats.org/presentationml/2006/main">
  <p:tag name="KSO_WM_DIAGRAM_VIRTUALLY_FRAME" val="{&quot;height&quot;:432.2,&quot;left&quot;:33.2,&quot;top&quot;:12.9,&quot;width&quot;:269.5}"/>
</p:tagLst>
</file>

<file path=ppt/tags/tag109.xml><?xml version="1.0" encoding="utf-8"?>
<p:tagLst xmlns:p="http://schemas.openxmlformats.org/presentationml/2006/main">
  <p:tag name="KSO_WM_DIAGRAM_VIRTUALLY_FRAME" val="{&quot;height&quot;:432.2,&quot;left&quot;:33.2,&quot;top&quot;:12.9,&quot;width&quot;:269.5}"/>
</p:tagLst>
</file>

<file path=ppt/tags/tag110.xml><?xml version="1.0" encoding="utf-8"?>
<p:tagLst xmlns:p="http://schemas.openxmlformats.org/presentationml/2006/main">
  <p:tag name="KSO_WM_DIAGRAM_VIRTUALLY_FRAME" val="{&quot;height&quot;:432.2,&quot;left&quot;:33.2,&quot;top&quot;:12.9,&quot;width&quot;:269.5}"/>
</p:tagLst>
</file>

<file path=ppt/tags/tag111.xml><?xml version="1.0" encoding="utf-8"?>
<p:tagLst xmlns:p="http://schemas.openxmlformats.org/presentationml/2006/main">
  <p:tag name="KSO_WM_DIAGRAM_VIRTUALLY_FRAME" val="{&quot;height&quot;:432.2,&quot;left&quot;:33.2,&quot;top&quot;:12.9,&quot;width&quot;:269.5}"/>
</p:tagLst>
</file>

<file path=ppt/tags/tag112.xml><?xml version="1.0" encoding="utf-8"?>
<p:tagLst xmlns:p="http://schemas.openxmlformats.org/presentationml/2006/main">
  <p:tag name="KSO_WM_DIAGRAM_VIRTUALLY_FRAME" val="{&quot;height&quot;:432.2,&quot;left&quot;:33.2,&quot;top&quot;:12.9,&quot;width&quot;:269.5}"/>
</p:tagLst>
</file>

<file path=ppt/tags/tag113.xml><?xml version="1.0" encoding="utf-8"?>
<p:tagLst xmlns:p="http://schemas.openxmlformats.org/presentationml/2006/main">
  <p:tag name="KSO_WM_DIAGRAM_VIRTUALLY_FRAME" val="{&quot;height&quot;:432.2,&quot;left&quot;:33.2,&quot;top&quot;:12.9,&quot;width&quot;:269.5}"/>
</p:tagLst>
</file>

<file path=ppt/tags/tag114.xml><?xml version="1.0" encoding="utf-8"?>
<p:tagLst xmlns:p="http://schemas.openxmlformats.org/presentationml/2006/main">
  <p:tag name="KSO_WM_DIAGRAM_VIRTUALLY_FRAME" val="{&quot;height&quot;:432.2,&quot;left&quot;:33.2,&quot;top&quot;:12.9,&quot;width&quot;:269.5}"/>
</p:tagLst>
</file>

<file path=ppt/tags/tag115.xml><?xml version="1.0" encoding="utf-8"?>
<p:tagLst xmlns:p="http://schemas.openxmlformats.org/presentationml/2006/main">
  <p:tag name="KSO_WM_DIAGRAM_VIRTUALLY_FRAME" val="{&quot;height&quot;:432.2,&quot;left&quot;:33.2,&quot;top&quot;:12.9,&quot;width&quot;:269.5}"/>
</p:tagLst>
</file>

<file path=ppt/tags/tag116.xml><?xml version="1.0" encoding="utf-8"?>
<p:tagLst xmlns:p="http://schemas.openxmlformats.org/presentationml/2006/main">
  <p:tag name="KSO_WM_DIAGRAM_VIRTUALLY_FRAME" val="{&quot;height&quot;:432.2,&quot;left&quot;:33.2,&quot;top&quot;:12.9,&quot;width&quot;:269.5}"/>
</p:tagLst>
</file>

<file path=ppt/tags/tag117.xml><?xml version="1.0" encoding="utf-8"?>
<p:tagLst xmlns:p="http://schemas.openxmlformats.org/presentationml/2006/main">
  <p:tag name="KSO_WM_DIAGRAM_VIRTUALLY_FRAME" val="{&quot;height&quot;:432.2,&quot;left&quot;:33.2,&quot;top&quot;:12.9,&quot;width&quot;:269.5}"/>
</p:tagLst>
</file>

<file path=ppt/tags/tag118.xml><?xml version="1.0" encoding="utf-8"?>
<p:tagLst xmlns:p="http://schemas.openxmlformats.org/presentationml/2006/main">
  <p:tag name="KSO_WM_DIAGRAM_VIRTUALLY_FRAME" val="{&quot;height&quot;:432.2,&quot;left&quot;:33.2,&quot;top&quot;:12.9,&quot;width&quot;:269.5}"/>
</p:tagLst>
</file>

<file path=ppt/tags/tag119.xml><?xml version="1.0" encoding="utf-8"?>
<p:tagLst xmlns:p="http://schemas.openxmlformats.org/presentationml/2006/main">
  <p:tag name="KSO_WM_DIAGRAM_VIRTUALLY_FRAME" val="{&quot;height&quot;:432.2,&quot;left&quot;:33.2,&quot;top&quot;:12.9,&quot;width&quot;:269.5}"/>
</p:tagLst>
</file>

<file path=ppt/tags/tag120.xml><?xml version="1.0" encoding="utf-8"?>
<p:tagLst xmlns:p="http://schemas.openxmlformats.org/presentationml/2006/main">
  <p:tag name="KSO_WM_DIAGRAM_VIRTUALLY_FRAME" val="{&quot;height&quot;:432.2,&quot;left&quot;:33.2,&quot;top&quot;:12.9,&quot;width&quot;:269.5}"/>
</p:tagLst>
</file>

<file path=ppt/tags/tag121.xml><?xml version="1.0" encoding="utf-8"?>
<p:tagLst xmlns:p="http://schemas.openxmlformats.org/presentationml/2006/main">
  <p:tag name="KSO_WM_DIAGRAM_VIRTUALLY_FRAME" val="{&quot;height&quot;:432.2,&quot;left&quot;:33.2,&quot;top&quot;:12.9,&quot;width&quot;:269.5}"/>
</p:tagLst>
</file>

<file path=ppt/tags/tag122.xml><?xml version="1.0" encoding="utf-8"?>
<p:tagLst xmlns:p="http://schemas.openxmlformats.org/presentationml/2006/main">
  <p:tag name="KSO_WM_DIAGRAM_VIRTUALLY_FRAME" val="{&quot;height&quot;:432.2,&quot;left&quot;:33.2,&quot;top&quot;:12.9,&quot;width&quot;:269.5}"/>
</p:tagLst>
</file>

<file path=ppt/tags/tag123.xml><?xml version="1.0" encoding="utf-8"?>
<p:tagLst xmlns:p="http://schemas.openxmlformats.org/presentationml/2006/main">
  <p:tag name="KSO_WM_DIAGRAM_VIRTUALLY_FRAME" val="{&quot;height&quot;:432.2,&quot;left&quot;:33.2,&quot;top&quot;:12.9,&quot;width&quot;:269.5}"/>
</p:tagLst>
</file>

<file path=ppt/tags/tag124.xml><?xml version="1.0" encoding="utf-8"?>
<p:tagLst xmlns:p="http://schemas.openxmlformats.org/presentationml/2006/main">
  <p:tag name="KSO_WM_DIAGRAM_VIRTUALLY_FRAME" val="{&quot;height&quot;:432.2,&quot;left&quot;:33.2,&quot;top&quot;:12.9,&quot;width&quot;:269.5}"/>
</p:tagLst>
</file>

<file path=ppt/tags/tag125.xml><?xml version="1.0" encoding="utf-8"?>
<p:tagLst xmlns:p="http://schemas.openxmlformats.org/presentationml/2006/main">
  <p:tag name="KSO_WM_DIAGRAM_VIRTUALLY_FRAME" val="{&quot;height&quot;:432.2,&quot;left&quot;:33.2,&quot;top&quot;:12.9,&quot;width&quot;:269.5}"/>
</p:tagLst>
</file>

<file path=ppt/tags/tag126.xml><?xml version="1.0" encoding="utf-8"?>
<p:tagLst xmlns:p="http://schemas.openxmlformats.org/presentationml/2006/main">
  <p:tag name="KSO_WM_DIAGRAM_VIRTUALLY_FRAME" val="{&quot;height&quot;:432.2,&quot;left&quot;:33.2,&quot;top&quot;:12.9,&quot;width&quot;:269.5}"/>
</p:tagLst>
</file>

<file path=ppt/tags/tag127.xml><?xml version="1.0" encoding="utf-8"?>
<p:tagLst xmlns:p="http://schemas.openxmlformats.org/presentationml/2006/main">
  <p:tag name="KSO_WM_DIAGRAM_VIRTUALLY_FRAME" val="{&quot;height&quot;:432.2,&quot;left&quot;:33.2,&quot;top&quot;:12.9,&quot;width&quot;:269.5}"/>
</p:tagLst>
</file>

<file path=ppt/tags/tag128.xml><?xml version="1.0" encoding="utf-8"?>
<p:tagLst xmlns:p="http://schemas.openxmlformats.org/presentationml/2006/main">
  <p:tag name="KSO_WM_DIAGRAM_VIRTUALLY_FRAME" val="{&quot;height&quot;:432.2,&quot;left&quot;:33.2,&quot;top&quot;:12.9,&quot;width&quot;:269.5}"/>
</p:tagLst>
</file>

<file path=ppt/tags/tag129.xml><?xml version="1.0" encoding="utf-8"?>
<p:tagLst xmlns:p="http://schemas.openxmlformats.org/presentationml/2006/main">
  <p:tag name="KSO_WM_DIAGRAM_VIRTUALLY_FRAME" val="{&quot;height&quot;:432.2,&quot;left&quot;:33.2,&quot;top&quot;:12.9,&quot;width&quot;:269.5}"/>
</p:tagLst>
</file>

<file path=ppt/tags/tag130.xml><?xml version="1.0" encoding="utf-8"?>
<p:tagLst xmlns:p="http://schemas.openxmlformats.org/presentationml/2006/main">
  <p:tag name="KSO_WM_DIAGRAM_VIRTUALLY_FRAME" val="{&quot;height&quot;:432.2,&quot;left&quot;:33.2,&quot;top&quot;:12.9,&quot;width&quot;:269.5}"/>
</p:tagLst>
</file>

<file path=ppt/tags/tag131.xml><?xml version="1.0" encoding="utf-8"?>
<p:tagLst xmlns:p="http://schemas.openxmlformats.org/presentationml/2006/main">
  <p:tag name="KSO_WM_DIAGRAM_VIRTUALLY_FRAME" val="{&quot;height&quot;:432.2,&quot;left&quot;:33.2,&quot;top&quot;:12.9,&quot;width&quot;:269.5}"/>
</p:tagLst>
</file>

<file path=ppt/tags/tag132.xml><?xml version="1.0" encoding="utf-8"?>
<p:tagLst xmlns:p="http://schemas.openxmlformats.org/presentationml/2006/main">
  <p:tag name="KSO_WM_DIAGRAM_VIRTUALLY_FRAME" val="{&quot;height&quot;:432.2,&quot;left&quot;:33.2,&quot;top&quot;:12.9,&quot;width&quot;:269.5}"/>
</p:tagLst>
</file>

<file path=ppt/tags/tag133.xml><?xml version="1.0" encoding="utf-8"?>
<p:tagLst xmlns:p="http://schemas.openxmlformats.org/presentationml/2006/main">
  <p:tag name="KSO_DOCER_RESOURCE_TRACE_INFO" val="{&quot;id&quot;:&quot;20254289&quot;,&quot;origin&quot;:0,&quot;type&quot;:&quot;icons&quot;,&quot;user&quot;:&quot;408897316&quot;}"/>
</p:tagLst>
</file>

<file path=ppt/tags/tag134.xml><?xml version="1.0" encoding="utf-8"?>
<p:tagLst xmlns:p="http://schemas.openxmlformats.org/presentationml/2006/main">
  <p:tag name="KSO_WM_DIAGRAM_VIRTUALLY_FRAME" val="{&quot;height&quot;:432.2,&quot;left&quot;:33.2,&quot;top&quot;:12.9,&quot;width&quot;:269.5}"/>
</p:tagLst>
</file>

<file path=ppt/tags/tag135.xml><?xml version="1.0" encoding="utf-8"?>
<p:tagLst xmlns:p="http://schemas.openxmlformats.org/presentationml/2006/main">
  <p:tag name="KSO_WM_DIAGRAM_VIRTUALLY_FRAME" val="{&quot;height&quot;:432.2,&quot;left&quot;:33.2,&quot;top&quot;:12.9,&quot;width&quot;:269.5}"/>
</p:tagLst>
</file>

<file path=ppt/tags/tag136.xml><?xml version="1.0" encoding="utf-8"?>
<p:tagLst xmlns:p="http://schemas.openxmlformats.org/presentationml/2006/main">
  <p:tag name="KSO_WM_DIAGRAM_VIRTUALLY_FRAME" val="{&quot;height&quot;:432.2,&quot;left&quot;:33.2,&quot;top&quot;:12.9,&quot;width&quot;:269.5}"/>
</p:tagLst>
</file>

<file path=ppt/tags/tag137.xml><?xml version="1.0" encoding="utf-8"?>
<p:tagLst xmlns:p="http://schemas.openxmlformats.org/presentationml/2006/main">
  <p:tag name="KSO_DOCER_RESOURCE_TRACE_INFO" val="{&quot;id&quot;:&quot;21540265&quot;,&quot;origin&quot;:0,&quot;type&quot;:&quot;icons&quot;,&quot;user&quot;:&quot;408897316&quot;}"/>
</p:tagLst>
</file>

<file path=ppt/tags/tag138.xml><?xml version="1.0" encoding="utf-8"?>
<p:tagLst xmlns:p="http://schemas.openxmlformats.org/presentationml/2006/main">
  <p:tag name="KSO_WM_DIAGRAM_VIRTUALLY_FRAME" val="{&quot;height&quot;:432.2,&quot;left&quot;:33.2,&quot;top&quot;:12.9,&quot;width&quot;:269.5}"/>
</p:tagLst>
</file>

<file path=ppt/tags/tag139.xml><?xml version="1.0" encoding="utf-8"?>
<p:tagLst xmlns:p="http://schemas.openxmlformats.org/presentationml/2006/main">
  <p:tag name="KSO_WM_DIAGRAM_VIRTUALLY_FRAME" val="{&quot;height&quot;:432.2,&quot;left&quot;:33.2,&quot;top&quot;:12.9,&quot;width&quot;:269.5}"/>
</p:tagLst>
</file>

<file path=ppt/tags/tag140.xml><?xml version="1.0" encoding="utf-8"?>
<p:tagLst xmlns:p="http://schemas.openxmlformats.org/presentationml/2006/main">
  <p:tag name="KSO_WM_DIAGRAM_VIRTUALLY_FRAME" val="{&quot;height&quot;:432.2,&quot;left&quot;:33.2,&quot;top&quot;:12.9,&quot;width&quot;:269.5}"/>
</p:tagLst>
</file>

<file path=ppt/tags/tag141.xml><?xml version="1.0" encoding="utf-8"?>
<p:tagLst xmlns:p="http://schemas.openxmlformats.org/presentationml/2006/main">
  <p:tag name="KSO_WM_DIAGRAM_VIRTUALLY_FRAME" val="{&quot;height&quot;:432.2,&quot;left&quot;:33.2,&quot;top&quot;:12.9,&quot;width&quot;:269.5}"/>
</p:tagLst>
</file>

<file path=ppt/tags/tag142.xml><?xml version="1.0" encoding="utf-8"?>
<p:tagLst xmlns:p="http://schemas.openxmlformats.org/presentationml/2006/main">
  <p:tag name="KSO_WM_DIAGRAM_VIRTUALLY_FRAME" val="{&quot;height&quot;:432.2,&quot;left&quot;:33.2,&quot;top&quot;:12.9,&quot;width&quot;:269.5}"/>
</p:tagLst>
</file>

<file path=ppt/tags/tag143.xml><?xml version="1.0" encoding="utf-8"?>
<p:tagLst xmlns:p="http://schemas.openxmlformats.org/presentationml/2006/main">
  <p:tag name="KSO_WM_DIAGRAM_VIRTUALLY_FRAME" val="{&quot;height&quot;:432.2,&quot;left&quot;:33.2,&quot;top&quot;:12.9,&quot;width&quot;:269.5}"/>
</p:tagLst>
</file>

<file path=ppt/tags/tag144.xml><?xml version="1.0" encoding="utf-8"?>
<p:tagLst xmlns:p="http://schemas.openxmlformats.org/presentationml/2006/main">
  <p:tag name="KSO_WM_DIAGRAM_VIRTUALLY_FRAME" val="{&quot;height&quot;:432.2,&quot;left&quot;:33.2,&quot;top&quot;:12.9,&quot;width&quot;:269.5}"/>
</p:tagLst>
</file>

<file path=ppt/tags/tag145.xml><?xml version="1.0" encoding="utf-8"?>
<p:tagLst xmlns:p="http://schemas.openxmlformats.org/presentationml/2006/main">
  <p:tag name="KSO_WM_DIAGRAM_VIRTUALLY_FRAME" val="{&quot;height&quot;:432.2,&quot;left&quot;:33.2,&quot;top&quot;:12.9,&quot;width&quot;:269.5}"/>
</p:tagLst>
</file>

<file path=ppt/tags/tag14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  <p:tag name="resource_record_key" val="{&quot;10&quot;:[21578277,4523835,20254289,21540265],&quot;65&quot;:[20205081]}"/>
</p:tagLst>
</file>

<file path=ppt/tags/tag147.xml><?xml version="1.0" encoding="utf-8"?>
<p:tagLst xmlns:p="http://schemas.openxmlformats.org/presentationml/2006/main">
  <p:tag name="resource_record_key" val="{&quot;10&quot;:[21578277,4523835,20254289,21540265,20263042,50062520,50062345,4588223,3658877,3633002,21571667],&quot;65&quot;:[20205081]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521</Words>
  <Application>WPS 演示</Application>
  <PresentationFormat>宽屏</PresentationFormat>
  <Paragraphs>102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3" baseType="lpstr">
      <vt:lpstr>Arial</vt:lpstr>
      <vt:lpstr>宋体</vt:lpstr>
      <vt:lpstr>Wingdings</vt:lpstr>
      <vt:lpstr>Wingdings</vt:lpstr>
      <vt:lpstr>Times New Roman</vt:lpstr>
      <vt:lpstr>Cambria Math</vt:lpstr>
      <vt:lpstr>MS Mincho</vt:lpstr>
      <vt:lpstr>AMGDT</vt:lpstr>
      <vt:lpstr>微软雅黑</vt:lpstr>
      <vt:lpstr>Arial Unicode MS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12</cp:lastModifiedBy>
  <cp:revision>196</cp:revision>
  <dcterms:created xsi:type="dcterms:W3CDTF">2019-06-19T02:08:00Z</dcterms:created>
  <dcterms:modified xsi:type="dcterms:W3CDTF">2026-02-15T12:39:15Z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DEF916BD8F9A4D189B1CAA0DA4277D03_11</vt:lpwstr>
  </property>
</Properties>
</file>